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8" r:id="rId5"/>
    <p:sldMasterId id="2147483690" r:id="rId6"/>
  </p:sldMasterIdLst>
  <p:notesMasterIdLst>
    <p:notesMasterId r:id="rId60"/>
  </p:notesMasterIdLst>
  <p:handoutMasterIdLst>
    <p:handoutMasterId r:id="rId61"/>
  </p:handoutMasterIdLst>
  <p:sldIdLst>
    <p:sldId id="256" r:id="rId7"/>
    <p:sldId id="402" r:id="rId8"/>
    <p:sldId id="403" r:id="rId9"/>
    <p:sldId id="393" r:id="rId10"/>
    <p:sldId id="394" r:id="rId11"/>
    <p:sldId id="396" r:id="rId12"/>
    <p:sldId id="401" r:id="rId13"/>
    <p:sldId id="395" r:id="rId14"/>
    <p:sldId id="257" r:id="rId15"/>
    <p:sldId id="333" r:id="rId16"/>
    <p:sldId id="265" r:id="rId17"/>
    <p:sldId id="264" r:id="rId18"/>
    <p:sldId id="364" r:id="rId19"/>
    <p:sldId id="365" r:id="rId20"/>
    <p:sldId id="366" r:id="rId21"/>
    <p:sldId id="367" r:id="rId22"/>
    <p:sldId id="397" r:id="rId23"/>
    <p:sldId id="330" r:id="rId24"/>
    <p:sldId id="398" r:id="rId25"/>
    <p:sldId id="331" r:id="rId26"/>
    <p:sldId id="289" r:id="rId27"/>
    <p:sldId id="260" r:id="rId28"/>
    <p:sldId id="286" r:id="rId29"/>
    <p:sldId id="290" r:id="rId30"/>
    <p:sldId id="332"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91" r:id="rId52"/>
    <p:sldId id="390" r:id="rId53"/>
    <p:sldId id="392" r:id="rId54"/>
    <p:sldId id="399" r:id="rId55"/>
    <p:sldId id="400" r:id="rId56"/>
    <p:sldId id="368" r:id="rId57"/>
    <p:sldId id="275" r:id="rId58"/>
    <p:sldId id="26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58" y="173"/>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Teja T" userId="47c2727421d9f76d" providerId="LiveId" clId="{25B60DA0-99AE-4BFE-A141-42F9887FEF70}"/>
    <pc:docChg chg="addSld delSld modSld delMainMaster">
      <pc:chgData name="Ravi Teja T" userId="47c2727421d9f76d" providerId="LiveId" clId="{25B60DA0-99AE-4BFE-A141-42F9887FEF70}" dt="2022-11-29T04:07:34.109" v="22" actId="47"/>
      <pc:docMkLst>
        <pc:docMk/>
      </pc:docMkLst>
      <pc:sldChg chg="del">
        <pc:chgData name="Ravi Teja T" userId="47c2727421d9f76d" providerId="LiveId" clId="{25B60DA0-99AE-4BFE-A141-42F9887FEF70}" dt="2022-11-29T03:59:30.931" v="2" actId="47"/>
        <pc:sldMkLst>
          <pc:docMk/>
          <pc:sldMk cId="429771863" sldId="269"/>
        </pc:sldMkLst>
      </pc:sldChg>
      <pc:sldChg chg="add">
        <pc:chgData name="Ravi Teja T" userId="47c2727421d9f76d" providerId="LiveId" clId="{25B60DA0-99AE-4BFE-A141-42F9887FEF70}" dt="2022-11-29T04:05:37.871" v="18"/>
        <pc:sldMkLst>
          <pc:docMk/>
          <pc:sldMk cId="3504643361" sldId="269"/>
        </pc:sldMkLst>
      </pc:sldChg>
      <pc:sldChg chg="del">
        <pc:chgData name="Ravi Teja T" userId="47c2727421d9f76d" providerId="LiveId" clId="{25B60DA0-99AE-4BFE-A141-42F9887FEF70}" dt="2022-11-29T03:58:50.492" v="1" actId="47"/>
        <pc:sldMkLst>
          <pc:docMk/>
          <pc:sldMk cId="1428358077" sldId="275"/>
        </pc:sldMkLst>
      </pc:sldChg>
      <pc:sldChg chg="modSp add del">
        <pc:chgData name="Ravi Teja T" userId="47c2727421d9f76d" providerId="LiveId" clId="{25B60DA0-99AE-4BFE-A141-42F9887FEF70}" dt="2022-11-29T04:07:34.109" v="22" actId="47"/>
        <pc:sldMkLst>
          <pc:docMk/>
          <pc:sldMk cId="1595365053" sldId="275"/>
        </pc:sldMkLst>
        <pc:graphicFrameChg chg="mod">
          <ac:chgData name="Ravi Teja T" userId="47c2727421d9f76d" providerId="LiveId" clId="{25B60DA0-99AE-4BFE-A141-42F9887FEF70}" dt="2022-11-29T04:07:31.045" v="21" actId="20577"/>
          <ac:graphicFrameMkLst>
            <pc:docMk/>
            <pc:sldMk cId="1595365053" sldId="275"/>
            <ac:graphicFrameMk id="4" creationId="{4424901C-24B0-4C46-B815-EB0C38D74251}"/>
          </ac:graphicFrameMkLst>
        </pc:graphicFrameChg>
      </pc:sldChg>
      <pc:sldChg chg="del">
        <pc:chgData name="Ravi Teja T" userId="47c2727421d9f76d" providerId="LiveId" clId="{25B60DA0-99AE-4BFE-A141-42F9887FEF70}" dt="2022-11-29T03:58:47.129" v="0" actId="47"/>
        <pc:sldMkLst>
          <pc:docMk/>
          <pc:sldMk cId="962160113" sldId="368"/>
        </pc:sldMkLst>
      </pc:sldChg>
      <pc:sldChg chg="add">
        <pc:chgData name="Ravi Teja T" userId="47c2727421d9f76d" providerId="LiveId" clId="{25B60DA0-99AE-4BFE-A141-42F9887FEF70}" dt="2022-11-29T04:05:35.628" v="16"/>
        <pc:sldMkLst>
          <pc:docMk/>
          <pc:sldMk cId="2760779300" sldId="368"/>
        </pc:sldMkLst>
      </pc:sldChg>
      <pc:sldChg chg="add">
        <pc:chgData name="Ravi Teja T" userId="47c2727421d9f76d" providerId="LiveId" clId="{25B60DA0-99AE-4BFE-A141-42F9887FEF70}" dt="2022-11-29T04:05:07.564" v="3"/>
        <pc:sldMkLst>
          <pc:docMk/>
          <pc:sldMk cId="975708551" sldId="372"/>
        </pc:sldMkLst>
      </pc:sldChg>
      <pc:sldChg chg="add">
        <pc:chgData name="Ravi Teja T" userId="47c2727421d9f76d" providerId="LiveId" clId="{25B60DA0-99AE-4BFE-A141-42F9887FEF70}" dt="2022-11-29T04:05:16.108" v="4"/>
        <pc:sldMkLst>
          <pc:docMk/>
          <pc:sldMk cId="54228965" sldId="373"/>
        </pc:sldMkLst>
      </pc:sldChg>
      <pc:sldChg chg="add">
        <pc:chgData name="Ravi Teja T" userId="47c2727421d9f76d" providerId="LiveId" clId="{25B60DA0-99AE-4BFE-A141-42F9887FEF70}" dt="2022-11-29T04:05:17.872" v="5"/>
        <pc:sldMkLst>
          <pc:docMk/>
          <pc:sldMk cId="1568935876" sldId="374"/>
        </pc:sldMkLst>
      </pc:sldChg>
      <pc:sldChg chg="add">
        <pc:chgData name="Ravi Teja T" userId="47c2727421d9f76d" providerId="LiveId" clId="{25B60DA0-99AE-4BFE-A141-42F9887FEF70}" dt="2022-11-29T04:05:20.114" v="6"/>
        <pc:sldMkLst>
          <pc:docMk/>
          <pc:sldMk cId="764810677" sldId="375"/>
        </pc:sldMkLst>
      </pc:sldChg>
      <pc:sldChg chg="add">
        <pc:chgData name="Ravi Teja T" userId="47c2727421d9f76d" providerId="LiveId" clId="{25B60DA0-99AE-4BFE-A141-42F9887FEF70}" dt="2022-11-29T04:05:21.314" v="7"/>
        <pc:sldMkLst>
          <pc:docMk/>
          <pc:sldMk cId="1919761031" sldId="376"/>
        </pc:sldMkLst>
      </pc:sldChg>
      <pc:sldChg chg="add">
        <pc:chgData name="Ravi Teja T" userId="47c2727421d9f76d" providerId="LiveId" clId="{25B60DA0-99AE-4BFE-A141-42F9887FEF70}" dt="2022-11-29T04:05:22.616" v="8"/>
        <pc:sldMkLst>
          <pc:docMk/>
          <pc:sldMk cId="2637893339" sldId="377"/>
        </pc:sldMkLst>
      </pc:sldChg>
      <pc:sldChg chg="add">
        <pc:chgData name="Ravi Teja T" userId="47c2727421d9f76d" providerId="LiveId" clId="{25B60DA0-99AE-4BFE-A141-42F9887FEF70}" dt="2022-11-29T04:05:24.370" v="9"/>
        <pc:sldMkLst>
          <pc:docMk/>
          <pc:sldMk cId="653288084" sldId="378"/>
        </pc:sldMkLst>
      </pc:sldChg>
      <pc:sldChg chg="add">
        <pc:chgData name="Ravi Teja T" userId="47c2727421d9f76d" providerId="LiveId" clId="{25B60DA0-99AE-4BFE-A141-42F9887FEF70}" dt="2022-11-29T04:05:26.973" v="10"/>
        <pc:sldMkLst>
          <pc:docMk/>
          <pc:sldMk cId="2266567400" sldId="379"/>
        </pc:sldMkLst>
      </pc:sldChg>
      <pc:sldChg chg="modSp add mod">
        <pc:chgData name="Ravi Teja T" userId="47c2727421d9f76d" providerId="LiveId" clId="{25B60DA0-99AE-4BFE-A141-42F9887FEF70}" dt="2022-11-29T04:06:35.698" v="19" actId="207"/>
        <pc:sldMkLst>
          <pc:docMk/>
          <pc:sldMk cId="3462760394" sldId="380"/>
        </pc:sldMkLst>
        <pc:spChg chg="mod">
          <ac:chgData name="Ravi Teja T" userId="47c2727421d9f76d" providerId="LiveId" clId="{25B60DA0-99AE-4BFE-A141-42F9887FEF70}" dt="2022-11-29T04:06:35.698" v="19" actId="207"/>
          <ac:spMkLst>
            <pc:docMk/>
            <pc:sldMk cId="3462760394" sldId="380"/>
            <ac:spMk id="5" creationId="{93644432-E14D-8D38-CC18-0B84187ABE2C}"/>
          </ac:spMkLst>
        </pc:spChg>
      </pc:sldChg>
      <pc:sldChg chg="modSp add mod">
        <pc:chgData name="Ravi Teja T" userId="47c2727421d9f76d" providerId="LiveId" clId="{25B60DA0-99AE-4BFE-A141-42F9887FEF70}" dt="2022-11-29T04:06:54.167" v="20" actId="207"/>
        <pc:sldMkLst>
          <pc:docMk/>
          <pc:sldMk cId="290571302" sldId="381"/>
        </pc:sldMkLst>
        <pc:spChg chg="mod">
          <ac:chgData name="Ravi Teja T" userId="47c2727421d9f76d" providerId="LiveId" clId="{25B60DA0-99AE-4BFE-A141-42F9887FEF70}" dt="2022-11-29T04:06:54.167" v="20" actId="207"/>
          <ac:spMkLst>
            <pc:docMk/>
            <pc:sldMk cId="290571302" sldId="381"/>
            <ac:spMk id="5" creationId="{93644432-E14D-8D38-CC18-0B84187ABE2C}"/>
          </ac:spMkLst>
        </pc:spChg>
      </pc:sldChg>
      <pc:sldChg chg="add">
        <pc:chgData name="Ravi Teja T" userId="47c2727421d9f76d" providerId="LiveId" clId="{25B60DA0-99AE-4BFE-A141-42F9887FEF70}" dt="2022-11-29T04:05:32.246" v="13"/>
        <pc:sldMkLst>
          <pc:docMk/>
          <pc:sldMk cId="2181965344" sldId="382"/>
        </pc:sldMkLst>
      </pc:sldChg>
      <pc:sldChg chg="add">
        <pc:chgData name="Ravi Teja T" userId="47c2727421d9f76d" providerId="LiveId" clId="{25B60DA0-99AE-4BFE-A141-42F9887FEF70}" dt="2022-11-29T04:05:33.215" v="14"/>
        <pc:sldMkLst>
          <pc:docMk/>
          <pc:sldMk cId="294459496" sldId="383"/>
        </pc:sldMkLst>
      </pc:sldChg>
      <pc:sldChg chg="add">
        <pc:chgData name="Ravi Teja T" userId="47c2727421d9f76d" providerId="LiveId" clId="{25B60DA0-99AE-4BFE-A141-42F9887FEF70}" dt="2022-11-29T04:05:34.678" v="15"/>
        <pc:sldMkLst>
          <pc:docMk/>
          <pc:sldMk cId="961482021" sldId="384"/>
        </pc:sldMkLst>
      </pc:sldChg>
      <pc:sldMasterChg chg="delSldLayout">
        <pc:chgData name="Ravi Teja T" userId="47c2727421d9f76d" providerId="LiveId" clId="{25B60DA0-99AE-4BFE-A141-42F9887FEF70}" dt="2022-11-29T04:07:34.109" v="22" actId="47"/>
        <pc:sldMasterMkLst>
          <pc:docMk/>
          <pc:sldMasterMk cId="666093331" sldId="2147483648"/>
        </pc:sldMasterMkLst>
        <pc:sldLayoutChg chg="del">
          <pc:chgData name="Ravi Teja T" userId="47c2727421d9f76d" providerId="LiveId" clId="{25B60DA0-99AE-4BFE-A141-42F9887FEF70}" dt="2022-11-29T04:07:34.109" v="22" actId="47"/>
          <pc:sldLayoutMkLst>
            <pc:docMk/>
            <pc:sldMasterMk cId="666093331" sldId="2147483648"/>
            <pc:sldLayoutMk cId="3646174625" sldId="2147483690"/>
          </pc:sldLayoutMkLst>
        </pc:sldLayoutChg>
      </pc:sldMasterChg>
      <pc:sldMasterChg chg="del delSldLayout">
        <pc:chgData name="Ravi Teja T" userId="47c2727421d9f76d" providerId="LiveId" clId="{25B60DA0-99AE-4BFE-A141-42F9887FEF70}" dt="2022-11-29T03:58:50.492" v="1" actId="47"/>
        <pc:sldMasterMkLst>
          <pc:docMk/>
          <pc:sldMasterMk cId="2863455387" sldId="2147483690"/>
        </pc:sldMasterMkLst>
        <pc:sldLayoutChg chg="del">
          <pc:chgData name="Ravi Teja T" userId="47c2727421d9f76d" providerId="LiveId" clId="{25B60DA0-99AE-4BFE-A141-42F9887FEF70}" dt="2022-11-29T03:58:50.492" v="1" actId="47"/>
          <pc:sldLayoutMkLst>
            <pc:docMk/>
            <pc:sldMasterMk cId="2863455387" sldId="2147483690"/>
            <pc:sldLayoutMk cId="1758532088" sldId="2147483691"/>
          </pc:sldLayoutMkLst>
        </pc:sldLayoutChg>
        <pc:sldLayoutChg chg="del">
          <pc:chgData name="Ravi Teja T" userId="47c2727421d9f76d" providerId="LiveId" clId="{25B60DA0-99AE-4BFE-A141-42F9887FEF70}" dt="2022-11-29T03:58:50.492" v="1" actId="47"/>
          <pc:sldLayoutMkLst>
            <pc:docMk/>
            <pc:sldMasterMk cId="2863455387" sldId="2147483690"/>
            <pc:sldLayoutMk cId="257763874" sldId="2147483692"/>
          </pc:sldLayoutMkLst>
        </pc:sldLayoutChg>
      </pc:sldMasterChg>
    </pc:docChg>
  </pc:docChgLst>
  <pc:docChgLst>
    <pc:chgData name="Ravi Teja T" userId="47c2727421d9f76d" providerId="LiveId" clId="{6265874F-8BF8-4B74-BFAC-10E176F9BB63}"/>
    <pc:docChg chg="undo custSel addSld delSld modSld">
      <pc:chgData name="Ravi Teja T" userId="47c2727421d9f76d" providerId="LiveId" clId="{6265874F-8BF8-4B74-BFAC-10E176F9BB63}" dt="2022-12-17T10:24:08.282" v="5186"/>
      <pc:docMkLst>
        <pc:docMk/>
      </pc:docMkLst>
      <pc:sldChg chg="modSp mod">
        <pc:chgData name="Ravi Teja T" userId="47c2727421d9f76d" providerId="LiveId" clId="{6265874F-8BF8-4B74-BFAC-10E176F9BB63}" dt="2022-12-17T08:35:59.695" v="2578" actId="14100"/>
        <pc:sldMkLst>
          <pc:docMk/>
          <pc:sldMk cId="2902794312" sldId="257"/>
        </pc:sldMkLst>
        <pc:spChg chg="mod">
          <ac:chgData name="Ravi Teja T" userId="47c2727421d9f76d" providerId="LiveId" clId="{6265874F-8BF8-4B74-BFAC-10E176F9BB63}" dt="2022-12-17T08:35:59.695" v="2578" actId="14100"/>
          <ac:spMkLst>
            <pc:docMk/>
            <pc:sldMk cId="2902794312" sldId="257"/>
            <ac:spMk id="4" creationId="{E3BD8413-C238-49D7-A4E1-E8FEF1811A0E}"/>
          </ac:spMkLst>
        </pc:spChg>
      </pc:sldChg>
      <pc:sldChg chg="modSp mod">
        <pc:chgData name="Ravi Teja T" userId="47c2727421d9f76d" providerId="LiveId" clId="{6265874F-8BF8-4B74-BFAC-10E176F9BB63}" dt="2022-12-17T09:39:49.965" v="4666" actId="20577"/>
        <pc:sldMkLst>
          <pc:docMk/>
          <pc:sldMk cId="1703273079" sldId="264"/>
        </pc:sldMkLst>
        <pc:graphicFrameChg chg="modGraphic">
          <ac:chgData name="Ravi Teja T" userId="47c2727421d9f76d" providerId="LiveId" clId="{6265874F-8BF8-4B74-BFAC-10E176F9BB63}" dt="2022-12-17T09:39:49.965" v="4666" actId="20577"/>
          <ac:graphicFrameMkLst>
            <pc:docMk/>
            <pc:sldMk cId="1703273079" sldId="264"/>
            <ac:graphicFrameMk id="4" creationId="{00000000-0000-0000-0000-000000000000}"/>
          </ac:graphicFrameMkLst>
        </pc:graphicFrameChg>
      </pc:sldChg>
      <pc:sldChg chg="modSp mod">
        <pc:chgData name="Ravi Teja T" userId="47c2727421d9f76d" providerId="LiveId" clId="{6265874F-8BF8-4B74-BFAC-10E176F9BB63}" dt="2022-12-17T09:58:50.278" v="4727" actId="20577"/>
        <pc:sldMkLst>
          <pc:docMk/>
          <pc:sldMk cId="3105080719" sldId="265"/>
        </pc:sldMkLst>
        <pc:graphicFrameChg chg="mod modGraphic">
          <ac:chgData name="Ravi Teja T" userId="47c2727421d9f76d" providerId="LiveId" clId="{6265874F-8BF8-4B74-BFAC-10E176F9BB63}" dt="2022-12-17T09:58:50.278" v="4727" actId="20577"/>
          <ac:graphicFrameMkLst>
            <pc:docMk/>
            <pc:sldMk cId="3105080719" sldId="265"/>
            <ac:graphicFrameMk id="4" creationId="{00000000-0000-0000-0000-000000000000}"/>
          </ac:graphicFrameMkLst>
        </pc:graphicFrameChg>
      </pc:sldChg>
      <pc:sldChg chg="modSp mod">
        <pc:chgData name="Ravi Teja T" userId="47c2727421d9f76d" providerId="LiveId" clId="{6265874F-8BF8-4B74-BFAC-10E176F9BB63}" dt="2022-12-16T15:29:43.023" v="450" actId="14100"/>
        <pc:sldMkLst>
          <pc:docMk/>
          <pc:sldMk cId="1428358077" sldId="275"/>
        </pc:sldMkLst>
        <pc:spChg chg="mod">
          <ac:chgData name="Ravi Teja T" userId="47c2727421d9f76d" providerId="LiveId" clId="{6265874F-8BF8-4B74-BFAC-10E176F9BB63}" dt="2022-12-16T15:29:43.023" v="450" actId="14100"/>
          <ac:spMkLst>
            <pc:docMk/>
            <pc:sldMk cId="1428358077" sldId="275"/>
            <ac:spMk id="15" creationId="{05986043-D561-4B14-95E2-4B7C1D5EB272}"/>
          </ac:spMkLst>
        </pc:spChg>
        <pc:graphicFrameChg chg="mod">
          <ac:chgData name="Ravi Teja T" userId="47c2727421d9f76d" providerId="LiveId" clId="{6265874F-8BF8-4B74-BFAC-10E176F9BB63}" dt="2022-12-16T15:29:30.613" v="446" actId="20577"/>
          <ac:graphicFrameMkLst>
            <pc:docMk/>
            <pc:sldMk cId="1428358077" sldId="275"/>
            <ac:graphicFrameMk id="4" creationId="{4424901C-24B0-4C46-B815-EB0C38D74251}"/>
          </ac:graphicFrameMkLst>
        </pc:graphicFrameChg>
      </pc:sldChg>
      <pc:sldChg chg="addSp delSp modSp mod">
        <pc:chgData name="Ravi Teja T" userId="47c2727421d9f76d" providerId="LiveId" clId="{6265874F-8BF8-4B74-BFAC-10E176F9BB63}" dt="2022-12-14T05:00:17.738" v="5" actId="1076"/>
        <pc:sldMkLst>
          <pc:docMk/>
          <pc:sldMk cId="487159844" sldId="286"/>
        </pc:sldMkLst>
        <pc:picChg chg="del">
          <ac:chgData name="Ravi Teja T" userId="47c2727421d9f76d" providerId="LiveId" clId="{6265874F-8BF8-4B74-BFAC-10E176F9BB63}" dt="2022-12-14T05:00:01.269" v="0" actId="478"/>
          <ac:picMkLst>
            <pc:docMk/>
            <pc:sldMk cId="487159844" sldId="286"/>
            <ac:picMk id="3" creationId="{41A9D3AE-653E-BCEA-2DC5-128C8B2C932C}"/>
          </ac:picMkLst>
        </pc:picChg>
        <pc:picChg chg="add mod">
          <ac:chgData name="Ravi Teja T" userId="47c2727421d9f76d" providerId="LiveId" clId="{6265874F-8BF8-4B74-BFAC-10E176F9BB63}" dt="2022-12-14T05:00:17.738" v="5" actId="1076"/>
          <ac:picMkLst>
            <pc:docMk/>
            <pc:sldMk cId="487159844" sldId="286"/>
            <ac:picMk id="7" creationId="{1ABAB84A-E3ED-441B-7181-15B20CC1D9E3}"/>
          </ac:picMkLst>
        </pc:picChg>
      </pc:sldChg>
      <pc:sldChg chg="modSp mod">
        <pc:chgData name="Ravi Teja T" userId="47c2727421d9f76d" providerId="LiveId" clId="{6265874F-8BF8-4B74-BFAC-10E176F9BB63}" dt="2022-12-17T08:21:28.685" v="2176" actId="20577"/>
        <pc:sldMkLst>
          <pc:docMk/>
          <pc:sldMk cId="3104695892" sldId="330"/>
        </pc:sldMkLst>
        <pc:spChg chg="mod">
          <ac:chgData name="Ravi Teja T" userId="47c2727421d9f76d" providerId="LiveId" clId="{6265874F-8BF8-4B74-BFAC-10E176F9BB63}" dt="2022-12-17T08:21:28.685" v="2176" actId="20577"/>
          <ac:spMkLst>
            <pc:docMk/>
            <pc:sldMk cId="3104695892" sldId="330"/>
            <ac:spMk id="4" creationId="{BE6A6C9D-BC45-422E-9838-F9FA22273AF1}"/>
          </ac:spMkLst>
        </pc:spChg>
      </pc:sldChg>
      <pc:sldChg chg="modSp mod">
        <pc:chgData name="Ravi Teja T" userId="47c2727421d9f76d" providerId="LiveId" clId="{6265874F-8BF8-4B74-BFAC-10E176F9BB63}" dt="2022-12-17T08:22:52.351" v="2265" actId="20577"/>
        <pc:sldMkLst>
          <pc:docMk/>
          <pc:sldMk cId="2861979967" sldId="331"/>
        </pc:sldMkLst>
        <pc:spChg chg="mod">
          <ac:chgData name="Ravi Teja T" userId="47c2727421d9f76d" providerId="LiveId" clId="{6265874F-8BF8-4B74-BFAC-10E176F9BB63}" dt="2022-12-17T08:22:52.351" v="2265" actId="20577"/>
          <ac:spMkLst>
            <pc:docMk/>
            <pc:sldMk cId="2861979967" sldId="331"/>
            <ac:spMk id="4" creationId="{E3BD8413-C238-49D7-A4E1-E8FEF1811A0E}"/>
          </ac:spMkLst>
        </pc:spChg>
      </pc:sldChg>
      <pc:sldChg chg="modSp mod">
        <pc:chgData name="Ravi Teja T" userId="47c2727421d9f76d" providerId="LiveId" clId="{6265874F-8BF8-4B74-BFAC-10E176F9BB63}" dt="2022-12-17T09:58:23.836" v="4716" actId="20577"/>
        <pc:sldMkLst>
          <pc:docMk/>
          <pc:sldMk cId="993455881" sldId="364"/>
        </pc:sldMkLst>
        <pc:graphicFrameChg chg="mod modGraphic">
          <ac:chgData name="Ravi Teja T" userId="47c2727421d9f76d" providerId="LiveId" clId="{6265874F-8BF8-4B74-BFAC-10E176F9BB63}" dt="2022-12-17T09:58:23.836" v="4716" actId="20577"/>
          <ac:graphicFrameMkLst>
            <pc:docMk/>
            <pc:sldMk cId="993455881" sldId="364"/>
            <ac:graphicFrameMk id="4" creationId="{00000000-0000-0000-0000-000000000000}"/>
          </ac:graphicFrameMkLst>
        </pc:graphicFrameChg>
      </pc:sldChg>
      <pc:sldChg chg="modSp mod">
        <pc:chgData name="Ravi Teja T" userId="47c2727421d9f76d" providerId="LiveId" clId="{6265874F-8BF8-4B74-BFAC-10E176F9BB63}" dt="2022-12-17T09:57:45.194" v="4703" actId="20577"/>
        <pc:sldMkLst>
          <pc:docMk/>
          <pc:sldMk cId="3724100402" sldId="365"/>
        </pc:sldMkLst>
        <pc:graphicFrameChg chg="mod modGraphic">
          <ac:chgData name="Ravi Teja T" userId="47c2727421d9f76d" providerId="LiveId" clId="{6265874F-8BF8-4B74-BFAC-10E176F9BB63}" dt="2022-12-17T09:57:45.194" v="4703" actId="20577"/>
          <ac:graphicFrameMkLst>
            <pc:docMk/>
            <pc:sldMk cId="3724100402" sldId="365"/>
            <ac:graphicFrameMk id="4" creationId="{00000000-0000-0000-0000-000000000000}"/>
          </ac:graphicFrameMkLst>
        </pc:graphicFrameChg>
      </pc:sldChg>
      <pc:sldChg chg="modSp mod">
        <pc:chgData name="Ravi Teja T" userId="47c2727421d9f76d" providerId="LiveId" clId="{6265874F-8BF8-4B74-BFAC-10E176F9BB63}" dt="2022-12-17T09:57:06.068" v="4691" actId="20577"/>
        <pc:sldMkLst>
          <pc:docMk/>
          <pc:sldMk cId="574355580" sldId="366"/>
        </pc:sldMkLst>
        <pc:graphicFrameChg chg="mod modGraphic">
          <ac:chgData name="Ravi Teja T" userId="47c2727421d9f76d" providerId="LiveId" clId="{6265874F-8BF8-4B74-BFAC-10E176F9BB63}" dt="2022-12-17T09:57:06.068" v="4691" actId="20577"/>
          <ac:graphicFrameMkLst>
            <pc:docMk/>
            <pc:sldMk cId="574355580" sldId="366"/>
            <ac:graphicFrameMk id="4" creationId="{00000000-0000-0000-0000-000000000000}"/>
          </ac:graphicFrameMkLst>
        </pc:graphicFrameChg>
      </pc:sldChg>
      <pc:sldChg chg="modSp mod">
        <pc:chgData name="Ravi Teja T" userId="47c2727421d9f76d" providerId="LiveId" clId="{6265874F-8BF8-4B74-BFAC-10E176F9BB63}" dt="2022-12-17T09:56:02.687" v="4679" actId="20577"/>
        <pc:sldMkLst>
          <pc:docMk/>
          <pc:sldMk cId="2948193546" sldId="367"/>
        </pc:sldMkLst>
        <pc:graphicFrameChg chg="mod modGraphic">
          <ac:chgData name="Ravi Teja T" userId="47c2727421d9f76d" providerId="LiveId" clId="{6265874F-8BF8-4B74-BFAC-10E176F9BB63}" dt="2022-12-17T09:56:02.687" v="4679" actId="20577"/>
          <ac:graphicFrameMkLst>
            <pc:docMk/>
            <pc:sldMk cId="2948193546" sldId="367"/>
            <ac:graphicFrameMk id="4" creationId="{00000000-0000-0000-0000-000000000000}"/>
          </ac:graphicFrameMkLst>
        </pc:graphicFrameChg>
      </pc:sldChg>
      <pc:sldChg chg="modSp mod setBg">
        <pc:chgData name="Ravi Teja T" userId="47c2727421d9f76d" providerId="LiveId" clId="{6265874F-8BF8-4B74-BFAC-10E176F9BB63}" dt="2022-12-14T05:01:16.289" v="11" actId="20577"/>
        <pc:sldMkLst>
          <pc:docMk/>
          <pc:sldMk cId="975708551" sldId="372"/>
        </pc:sldMkLst>
        <pc:spChg chg="mod">
          <ac:chgData name="Ravi Teja T" userId="47c2727421d9f76d" providerId="LiveId" clId="{6265874F-8BF8-4B74-BFAC-10E176F9BB63}" dt="2022-12-14T05:01:16.289" v="11" actId="20577"/>
          <ac:spMkLst>
            <pc:docMk/>
            <pc:sldMk cId="975708551" sldId="372"/>
            <ac:spMk id="4" creationId="{5A318A16-8A91-05E9-8D97-063C40D32665}"/>
          </ac:spMkLst>
        </pc:spChg>
      </pc:sldChg>
      <pc:sldChg chg="modSp mod setBg">
        <pc:chgData name="Ravi Teja T" userId="47c2727421d9f76d" providerId="LiveId" clId="{6265874F-8BF8-4B74-BFAC-10E176F9BB63}" dt="2022-12-14T05:01:36.288" v="14" actId="1076"/>
        <pc:sldMkLst>
          <pc:docMk/>
          <pc:sldMk cId="54228965" sldId="373"/>
        </pc:sldMkLst>
        <pc:picChg chg="mod">
          <ac:chgData name="Ravi Teja T" userId="47c2727421d9f76d" providerId="LiveId" clId="{6265874F-8BF8-4B74-BFAC-10E176F9BB63}" dt="2022-12-14T05:01:36.288" v="14" actId="1076"/>
          <ac:picMkLst>
            <pc:docMk/>
            <pc:sldMk cId="54228965" sldId="373"/>
            <ac:picMk id="11" creationId="{B67AD559-D5DD-09B5-7D0A-D688E491BFC6}"/>
          </ac:picMkLst>
        </pc:picChg>
      </pc:sldChg>
      <pc:sldChg chg="setBg">
        <pc:chgData name="Ravi Teja T" userId="47c2727421d9f76d" providerId="LiveId" clId="{6265874F-8BF8-4B74-BFAC-10E176F9BB63}" dt="2022-12-14T05:01:50.451" v="15"/>
        <pc:sldMkLst>
          <pc:docMk/>
          <pc:sldMk cId="1568935876" sldId="374"/>
        </pc:sldMkLst>
      </pc:sldChg>
      <pc:sldChg chg="setBg">
        <pc:chgData name="Ravi Teja T" userId="47c2727421d9f76d" providerId="LiveId" clId="{6265874F-8BF8-4B74-BFAC-10E176F9BB63}" dt="2022-12-14T05:02:02.341" v="16"/>
        <pc:sldMkLst>
          <pc:docMk/>
          <pc:sldMk cId="764810677" sldId="375"/>
        </pc:sldMkLst>
      </pc:sldChg>
      <pc:sldChg chg="modSp mod">
        <pc:chgData name="Ravi Teja T" userId="47c2727421d9f76d" providerId="LiveId" clId="{6265874F-8BF8-4B74-BFAC-10E176F9BB63}" dt="2022-12-16T15:06:44.267" v="86" actId="20577"/>
        <pc:sldMkLst>
          <pc:docMk/>
          <pc:sldMk cId="2637893339" sldId="377"/>
        </pc:sldMkLst>
        <pc:spChg chg="mod">
          <ac:chgData name="Ravi Teja T" userId="47c2727421d9f76d" providerId="LiveId" clId="{6265874F-8BF8-4B74-BFAC-10E176F9BB63}" dt="2022-12-16T15:06:44.267" v="86" actId="20577"/>
          <ac:spMkLst>
            <pc:docMk/>
            <pc:sldMk cId="2637893339" sldId="377"/>
            <ac:spMk id="4" creationId="{BE6A6C9D-BC45-422E-9838-F9FA22273AF1}"/>
          </ac:spMkLst>
        </pc:spChg>
      </pc:sldChg>
      <pc:sldChg chg="setBg">
        <pc:chgData name="Ravi Teja T" userId="47c2727421d9f76d" providerId="LiveId" clId="{6265874F-8BF8-4B74-BFAC-10E176F9BB63}" dt="2022-12-14T05:02:30.167" v="17"/>
        <pc:sldMkLst>
          <pc:docMk/>
          <pc:sldMk cId="653288084" sldId="378"/>
        </pc:sldMkLst>
      </pc:sldChg>
      <pc:sldChg chg="setBg">
        <pc:chgData name="Ravi Teja T" userId="47c2727421d9f76d" providerId="LiveId" clId="{6265874F-8BF8-4B74-BFAC-10E176F9BB63}" dt="2022-12-14T05:02:53.367" v="19"/>
        <pc:sldMkLst>
          <pc:docMk/>
          <pc:sldMk cId="3462760394" sldId="380"/>
        </pc:sldMkLst>
      </pc:sldChg>
      <pc:sldChg chg="setBg">
        <pc:chgData name="Ravi Teja T" userId="47c2727421d9f76d" providerId="LiveId" clId="{6265874F-8BF8-4B74-BFAC-10E176F9BB63}" dt="2022-12-14T05:03:07.843" v="20"/>
        <pc:sldMkLst>
          <pc:docMk/>
          <pc:sldMk cId="2181965344" sldId="382"/>
        </pc:sldMkLst>
      </pc:sldChg>
      <pc:sldChg chg="setBg">
        <pc:chgData name="Ravi Teja T" userId="47c2727421d9f76d" providerId="LiveId" clId="{6265874F-8BF8-4B74-BFAC-10E176F9BB63}" dt="2022-12-14T05:03:19.289" v="21"/>
        <pc:sldMkLst>
          <pc:docMk/>
          <pc:sldMk cId="294459496" sldId="383"/>
        </pc:sldMkLst>
      </pc:sldChg>
      <pc:sldChg chg="del">
        <pc:chgData name="Ravi Teja T" userId="47c2727421d9f76d" providerId="LiveId" clId="{6265874F-8BF8-4B74-BFAC-10E176F9BB63}" dt="2022-12-14T05:03:47.390" v="22" actId="2696"/>
        <pc:sldMkLst>
          <pc:docMk/>
          <pc:sldMk cId="961482021" sldId="384"/>
        </pc:sldMkLst>
      </pc:sldChg>
      <pc:sldChg chg="modSp mod">
        <pc:chgData name="Ravi Teja T" userId="47c2727421d9f76d" providerId="LiveId" clId="{6265874F-8BF8-4B74-BFAC-10E176F9BB63}" dt="2022-12-16T15:03:51.801" v="49" actId="27636"/>
        <pc:sldMkLst>
          <pc:docMk/>
          <pc:sldMk cId="2576471593" sldId="384"/>
        </pc:sldMkLst>
        <pc:spChg chg="mod">
          <ac:chgData name="Ravi Teja T" userId="47c2727421d9f76d" providerId="LiveId" clId="{6265874F-8BF8-4B74-BFAC-10E176F9BB63}" dt="2022-12-16T15:03:51.801" v="49" actId="27636"/>
          <ac:spMkLst>
            <pc:docMk/>
            <pc:sldMk cId="2576471593" sldId="384"/>
            <ac:spMk id="2" creationId="{6FB07975-C38F-AAC1-0780-3DCAB3E73026}"/>
          </ac:spMkLst>
        </pc:spChg>
      </pc:sldChg>
      <pc:sldChg chg="addSp delSp modSp mod">
        <pc:chgData name="Ravi Teja T" userId="47c2727421d9f76d" providerId="LiveId" clId="{6265874F-8BF8-4B74-BFAC-10E176F9BB63}" dt="2022-12-16T15:12:45.442" v="186" actId="20577"/>
        <pc:sldMkLst>
          <pc:docMk/>
          <pc:sldMk cId="565472607" sldId="385"/>
        </pc:sldMkLst>
        <pc:spChg chg="mod">
          <ac:chgData name="Ravi Teja T" userId="47c2727421d9f76d" providerId="LiveId" clId="{6265874F-8BF8-4B74-BFAC-10E176F9BB63}" dt="2022-12-16T15:12:45.442" v="186" actId="20577"/>
          <ac:spMkLst>
            <pc:docMk/>
            <pc:sldMk cId="565472607" sldId="385"/>
            <ac:spMk id="4" creationId="{5A318A16-8A91-05E9-8D97-063C40D32665}"/>
          </ac:spMkLst>
        </pc:spChg>
        <pc:picChg chg="add mod">
          <ac:chgData name="Ravi Teja T" userId="47c2727421d9f76d" providerId="LiveId" clId="{6265874F-8BF8-4B74-BFAC-10E176F9BB63}" dt="2022-12-16T15:12:10.169" v="143" actId="14100"/>
          <ac:picMkLst>
            <pc:docMk/>
            <pc:sldMk cId="565472607" sldId="385"/>
            <ac:picMk id="3" creationId="{DD48791E-D985-9C20-B835-C979FF2DE1FF}"/>
          </ac:picMkLst>
        </pc:picChg>
        <pc:picChg chg="del">
          <ac:chgData name="Ravi Teja T" userId="47c2727421d9f76d" providerId="LiveId" clId="{6265874F-8BF8-4B74-BFAC-10E176F9BB63}" dt="2022-12-16T15:09:39.164" v="139" actId="478"/>
          <ac:picMkLst>
            <pc:docMk/>
            <pc:sldMk cId="565472607" sldId="385"/>
            <ac:picMk id="9" creationId="{4312AE69-E5F2-4F60-C92E-B19B47910602}"/>
          </ac:picMkLst>
        </pc:picChg>
      </pc:sldChg>
      <pc:sldChg chg="addSp delSp modSp mod">
        <pc:chgData name="Ravi Teja T" userId="47c2727421d9f76d" providerId="LiveId" clId="{6265874F-8BF8-4B74-BFAC-10E176F9BB63}" dt="2022-12-16T15:22:37.578" v="290" actId="14100"/>
        <pc:sldMkLst>
          <pc:docMk/>
          <pc:sldMk cId="752951930" sldId="386"/>
        </pc:sldMkLst>
        <pc:spChg chg="mod">
          <ac:chgData name="Ravi Teja T" userId="47c2727421d9f76d" providerId="LiveId" clId="{6265874F-8BF8-4B74-BFAC-10E176F9BB63}" dt="2022-12-16T15:15:04.671" v="286" actId="20577"/>
          <ac:spMkLst>
            <pc:docMk/>
            <pc:sldMk cId="752951930" sldId="386"/>
            <ac:spMk id="4" creationId="{5A318A16-8A91-05E9-8D97-063C40D32665}"/>
          </ac:spMkLst>
        </pc:spChg>
        <pc:picChg chg="del">
          <ac:chgData name="Ravi Teja T" userId="47c2727421d9f76d" providerId="LiveId" clId="{6265874F-8BF8-4B74-BFAC-10E176F9BB63}" dt="2022-12-16T15:22:29.838" v="287" actId="478"/>
          <ac:picMkLst>
            <pc:docMk/>
            <pc:sldMk cId="752951930" sldId="386"/>
            <ac:picMk id="3" creationId="{DD48791E-D985-9C20-B835-C979FF2DE1FF}"/>
          </ac:picMkLst>
        </pc:picChg>
        <pc:picChg chg="add mod">
          <ac:chgData name="Ravi Teja T" userId="47c2727421d9f76d" providerId="LiveId" clId="{6265874F-8BF8-4B74-BFAC-10E176F9BB63}" dt="2022-12-16T15:22:37.578" v="290" actId="14100"/>
          <ac:picMkLst>
            <pc:docMk/>
            <pc:sldMk cId="752951930" sldId="386"/>
            <ac:picMk id="5" creationId="{4D5FADF8-1939-2B80-A870-D45D40DEE995}"/>
          </ac:picMkLst>
        </pc:picChg>
      </pc:sldChg>
      <pc:sldChg chg="addSp delSp modSp mod">
        <pc:chgData name="Ravi Teja T" userId="47c2727421d9f76d" providerId="LiveId" clId="{6265874F-8BF8-4B74-BFAC-10E176F9BB63}" dt="2022-12-16T15:26:36.821" v="384" actId="14100"/>
        <pc:sldMkLst>
          <pc:docMk/>
          <pc:sldMk cId="2529747213" sldId="387"/>
        </pc:sldMkLst>
        <pc:spChg chg="mod">
          <ac:chgData name="Ravi Teja T" userId="47c2727421d9f76d" providerId="LiveId" clId="{6265874F-8BF8-4B74-BFAC-10E176F9BB63}" dt="2022-12-16T15:25:20.662" v="379" actId="20577"/>
          <ac:spMkLst>
            <pc:docMk/>
            <pc:sldMk cId="2529747213" sldId="387"/>
            <ac:spMk id="4" creationId="{5A318A16-8A91-05E9-8D97-063C40D32665}"/>
          </ac:spMkLst>
        </pc:spChg>
        <pc:picChg chg="add mod">
          <ac:chgData name="Ravi Teja T" userId="47c2727421d9f76d" providerId="LiveId" clId="{6265874F-8BF8-4B74-BFAC-10E176F9BB63}" dt="2022-12-16T15:26:36.821" v="384" actId="14100"/>
          <ac:picMkLst>
            <pc:docMk/>
            <pc:sldMk cId="2529747213" sldId="387"/>
            <ac:picMk id="3" creationId="{6BF23CDC-467C-0D99-435D-969DF003703D}"/>
          </ac:picMkLst>
        </pc:picChg>
        <pc:picChg chg="del">
          <ac:chgData name="Ravi Teja T" userId="47c2727421d9f76d" providerId="LiveId" clId="{6265874F-8BF8-4B74-BFAC-10E176F9BB63}" dt="2022-12-16T15:25:23.110" v="380" actId="478"/>
          <ac:picMkLst>
            <pc:docMk/>
            <pc:sldMk cId="2529747213" sldId="387"/>
            <ac:picMk id="5" creationId="{4D5FADF8-1939-2B80-A870-D45D40DEE995}"/>
          </ac:picMkLst>
        </pc:picChg>
      </pc:sldChg>
      <pc:sldChg chg="del">
        <pc:chgData name="Ravi Teja T" userId="47c2727421d9f76d" providerId="LiveId" clId="{6265874F-8BF8-4B74-BFAC-10E176F9BB63}" dt="2022-12-16T15:22:59.827" v="291"/>
        <pc:sldMkLst>
          <pc:docMk/>
          <pc:sldMk cId="4074360779" sldId="387"/>
        </pc:sldMkLst>
      </pc:sldChg>
      <pc:sldChg chg="modSp mod">
        <pc:chgData name="Ravi Teja T" userId="47c2727421d9f76d" providerId="LiveId" clId="{6265874F-8BF8-4B74-BFAC-10E176F9BB63}" dt="2022-12-16T15:36:19.638" v="469" actId="20577"/>
        <pc:sldMkLst>
          <pc:docMk/>
          <pc:sldMk cId="251502251" sldId="388"/>
        </pc:sldMkLst>
        <pc:spChg chg="mod">
          <ac:chgData name="Ravi Teja T" userId="47c2727421d9f76d" providerId="LiveId" clId="{6265874F-8BF8-4B74-BFAC-10E176F9BB63}" dt="2022-12-16T15:36:19.638" v="469" actId="20577"/>
          <ac:spMkLst>
            <pc:docMk/>
            <pc:sldMk cId="251502251" sldId="388"/>
            <ac:spMk id="2" creationId="{6FB07975-C38F-AAC1-0780-3DCAB3E73026}"/>
          </ac:spMkLst>
        </pc:spChg>
      </pc:sldChg>
      <pc:sldChg chg="delSp modSp new del mod">
        <pc:chgData name="Ravi Teja T" userId="47c2727421d9f76d" providerId="LiveId" clId="{6265874F-8BF8-4B74-BFAC-10E176F9BB63}" dt="2022-12-17T03:28:12.830" v="510" actId="47"/>
        <pc:sldMkLst>
          <pc:docMk/>
          <pc:sldMk cId="161035783" sldId="389"/>
        </pc:sldMkLst>
        <pc:spChg chg="del mod">
          <ac:chgData name="Ravi Teja T" userId="47c2727421d9f76d" providerId="LiveId" clId="{6265874F-8BF8-4B74-BFAC-10E176F9BB63}" dt="2022-12-16T15:46:53.447" v="472" actId="478"/>
          <ac:spMkLst>
            <pc:docMk/>
            <pc:sldMk cId="161035783" sldId="389"/>
            <ac:spMk id="2" creationId="{1CA1B249-3F20-712D-89A5-B958AD6B83CB}"/>
          </ac:spMkLst>
        </pc:spChg>
        <pc:spChg chg="del mod">
          <ac:chgData name="Ravi Teja T" userId="47c2727421d9f76d" providerId="LiveId" clId="{6265874F-8BF8-4B74-BFAC-10E176F9BB63}" dt="2022-12-16T15:46:58.546" v="475" actId="478"/>
          <ac:spMkLst>
            <pc:docMk/>
            <pc:sldMk cId="161035783" sldId="389"/>
            <ac:spMk id="3" creationId="{4AFA936B-9EF0-7DE0-EB2C-E03C776B856A}"/>
          </ac:spMkLst>
        </pc:spChg>
      </pc:sldChg>
      <pc:sldChg chg="modSp mod">
        <pc:chgData name="Ravi Teja T" userId="47c2727421d9f76d" providerId="LiveId" clId="{6265874F-8BF8-4B74-BFAC-10E176F9BB63}" dt="2022-12-17T02:57:36.454" v="509" actId="20577"/>
        <pc:sldMkLst>
          <pc:docMk/>
          <pc:sldMk cId="3842301597" sldId="390"/>
        </pc:sldMkLst>
        <pc:spChg chg="mod">
          <ac:chgData name="Ravi Teja T" userId="47c2727421d9f76d" providerId="LiveId" clId="{6265874F-8BF8-4B74-BFAC-10E176F9BB63}" dt="2022-12-17T02:57:36.454" v="509" actId="20577"/>
          <ac:spMkLst>
            <pc:docMk/>
            <pc:sldMk cId="3842301597" sldId="390"/>
            <ac:spMk id="2" creationId="{6FB07975-C38F-AAC1-0780-3DCAB3E73026}"/>
          </ac:spMkLst>
        </pc:spChg>
      </pc:sldChg>
      <pc:sldChg chg="modSp mod">
        <pc:chgData name="Ravi Teja T" userId="47c2727421d9f76d" providerId="LiveId" clId="{6265874F-8BF8-4B74-BFAC-10E176F9BB63}" dt="2022-12-17T03:37:52.422" v="1034" actId="14100"/>
        <pc:sldMkLst>
          <pc:docMk/>
          <pc:sldMk cId="4260828214" sldId="391"/>
        </pc:sldMkLst>
        <pc:spChg chg="mod">
          <ac:chgData name="Ravi Teja T" userId="47c2727421d9f76d" providerId="LiveId" clId="{6265874F-8BF8-4B74-BFAC-10E176F9BB63}" dt="2022-12-17T03:37:52.422" v="1034" actId="14100"/>
          <ac:spMkLst>
            <pc:docMk/>
            <pc:sldMk cId="4260828214" sldId="391"/>
            <ac:spMk id="2" creationId="{6FB07975-C38F-AAC1-0780-3DCAB3E73026}"/>
          </ac:spMkLst>
        </pc:spChg>
      </pc:sldChg>
      <pc:sldChg chg="modSp mod">
        <pc:chgData name="Ravi Teja T" userId="47c2727421d9f76d" providerId="LiveId" clId="{6265874F-8BF8-4B74-BFAC-10E176F9BB63}" dt="2022-12-17T03:47:29.435" v="1508" actId="20577"/>
        <pc:sldMkLst>
          <pc:docMk/>
          <pc:sldMk cId="1968675509" sldId="392"/>
        </pc:sldMkLst>
        <pc:spChg chg="mod">
          <ac:chgData name="Ravi Teja T" userId="47c2727421d9f76d" providerId="LiveId" clId="{6265874F-8BF8-4B74-BFAC-10E176F9BB63}" dt="2022-12-17T03:47:29.435" v="1508" actId="20577"/>
          <ac:spMkLst>
            <pc:docMk/>
            <pc:sldMk cId="1968675509" sldId="392"/>
            <ac:spMk id="2" creationId="{6FB07975-C38F-AAC1-0780-3DCAB3E73026}"/>
          </ac:spMkLst>
        </pc:spChg>
      </pc:sldChg>
      <pc:sldChg chg="modSp mod">
        <pc:chgData name="Ravi Teja T" userId="47c2727421d9f76d" providerId="LiveId" clId="{6265874F-8BF8-4B74-BFAC-10E176F9BB63}" dt="2022-12-17T06:47:29.575" v="1537" actId="20577"/>
        <pc:sldMkLst>
          <pc:docMk/>
          <pc:sldMk cId="4106441211" sldId="393"/>
        </pc:sldMkLst>
        <pc:spChg chg="mod">
          <ac:chgData name="Ravi Teja T" userId="47c2727421d9f76d" providerId="LiveId" clId="{6265874F-8BF8-4B74-BFAC-10E176F9BB63}" dt="2022-12-17T06:47:29.575" v="1537" actId="20577"/>
          <ac:spMkLst>
            <pc:docMk/>
            <pc:sldMk cId="4106441211" sldId="393"/>
            <ac:spMk id="4" creationId="{2DEC0B83-B886-DBA7-BEDF-E88FEE41F126}"/>
          </ac:spMkLst>
        </pc:spChg>
      </pc:sldChg>
      <pc:sldChg chg="modSp mod">
        <pc:chgData name="Ravi Teja T" userId="47c2727421d9f76d" providerId="LiveId" clId="{6265874F-8BF8-4B74-BFAC-10E176F9BB63}" dt="2022-12-17T10:17:16.596" v="5144" actId="20577"/>
        <pc:sldMkLst>
          <pc:docMk/>
          <pc:sldMk cId="4044510922" sldId="394"/>
        </pc:sldMkLst>
        <pc:spChg chg="mod">
          <ac:chgData name="Ravi Teja T" userId="47c2727421d9f76d" providerId="LiveId" clId="{6265874F-8BF8-4B74-BFAC-10E176F9BB63}" dt="2022-12-17T10:17:16.596" v="5144" actId="20577"/>
          <ac:spMkLst>
            <pc:docMk/>
            <pc:sldMk cId="4044510922" sldId="394"/>
            <ac:spMk id="4" creationId="{E3BD8413-C238-49D7-A4E1-E8FEF1811A0E}"/>
          </ac:spMkLst>
        </pc:spChg>
      </pc:sldChg>
      <pc:sldChg chg="modSp mod">
        <pc:chgData name="Ravi Teja T" userId="47c2727421d9f76d" providerId="LiveId" clId="{6265874F-8BF8-4B74-BFAC-10E176F9BB63}" dt="2022-12-17T06:51:07.117" v="1925" actId="27636"/>
        <pc:sldMkLst>
          <pc:docMk/>
          <pc:sldMk cId="1061959788" sldId="395"/>
        </pc:sldMkLst>
        <pc:spChg chg="mod">
          <ac:chgData name="Ravi Teja T" userId="47c2727421d9f76d" providerId="LiveId" clId="{6265874F-8BF8-4B74-BFAC-10E176F9BB63}" dt="2022-12-17T06:51:07.117" v="1925" actId="27636"/>
          <ac:spMkLst>
            <pc:docMk/>
            <pc:sldMk cId="1061959788" sldId="395"/>
            <ac:spMk id="4" creationId="{2DEC0B83-B886-DBA7-BEDF-E88FEE41F126}"/>
          </ac:spMkLst>
        </pc:spChg>
      </pc:sldChg>
      <pc:sldChg chg="new del">
        <pc:chgData name="Ravi Teja T" userId="47c2727421d9f76d" providerId="LiveId" clId="{6265874F-8BF8-4B74-BFAC-10E176F9BB63}" dt="2022-12-17T08:20:31.533" v="2094" actId="47"/>
        <pc:sldMkLst>
          <pc:docMk/>
          <pc:sldMk cId="339746788" sldId="396"/>
        </pc:sldMkLst>
      </pc:sldChg>
      <pc:sldChg chg="delSp modSp new del mod">
        <pc:chgData name="Ravi Teja T" userId="47c2727421d9f76d" providerId="LiveId" clId="{6265874F-8BF8-4B74-BFAC-10E176F9BB63}" dt="2022-12-17T06:57:31.244" v="1934" actId="2696"/>
        <pc:sldMkLst>
          <pc:docMk/>
          <pc:sldMk cId="1122053832" sldId="396"/>
        </pc:sldMkLst>
        <pc:spChg chg="del mod">
          <ac:chgData name="Ravi Teja T" userId="47c2727421d9f76d" providerId="LiveId" clId="{6265874F-8BF8-4B74-BFAC-10E176F9BB63}" dt="2022-12-17T06:57:04.027" v="1929" actId="478"/>
          <ac:spMkLst>
            <pc:docMk/>
            <pc:sldMk cId="1122053832" sldId="396"/>
            <ac:spMk id="2" creationId="{B9930093-3B16-67DA-5E86-57B767E99218}"/>
          </ac:spMkLst>
        </pc:spChg>
        <pc:spChg chg="mod">
          <ac:chgData name="Ravi Teja T" userId="47c2727421d9f76d" providerId="LiveId" clId="{6265874F-8BF8-4B74-BFAC-10E176F9BB63}" dt="2022-12-17T06:57:16.433" v="1933" actId="20577"/>
          <ac:spMkLst>
            <pc:docMk/>
            <pc:sldMk cId="1122053832" sldId="396"/>
            <ac:spMk id="4" creationId="{1BCEA367-B17A-1552-EEC8-841BB6C0661B}"/>
          </ac:spMkLst>
        </pc:spChg>
      </pc:sldChg>
      <pc:sldChg chg="del">
        <pc:chgData name="Ravi Teja T" userId="47c2727421d9f76d" providerId="LiveId" clId="{6265874F-8BF8-4B74-BFAC-10E176F9BB63}" dt="2022-12-17T06:51:36.924" v="1926" actId="47"/>
        <pc:sldMkLst>
          <pc:docMk/>
          <pc:sldMk cId="2677929180" sldId="396"/>
        </pc:sldMkLst>
      </pc:sldChg>
      <pc:sldChg chg="modSp mod">
        <pc:chgData name="Ravi Teja T" userId="47c2727421d9f76d" providerId="LiveId" clId="{6265874F-8BF8-4B74-BFAC-10E176F9BB63}" dt="2022-12-17T08:20:45.128" v="2120" actId="20577"/>
        <pc:sldMkLst>
          <pc:docMk/>
          <pc:sldMk cId="4021851537" sldId="396"/>
        </pc:sldMkLst>
        <pc:spChg chg="mod">
          <ac:chgData name="Ravi Teja T" userId="47c2727421d9f76d" providerId="LiveId" clId="{6265874F-8BF8-4B74-BFAC-10E176F9BB63}" dt="2022-12-17T08:20:45.128" v="2120" actId="20577"/>
          <ac:spMkLst>
            <pc:docMk/>
            <pc:sldMk cId="4021851537" sldId="396"/>
            <ac:spMk id="4" creationId="{2DEC0B83-B886-DBA7-BEDF-E88FEE41F126}"/>
          </ac:spMkLst>
        </pc:spChg>
      </pc:sldChg>
      <pc:sldChg chg="modSp mod">
        <pc:chgData name="Ravi Teja T" userId="47c2727421d9f76d" providerId="LiveId" clId="{6265874F-8BF8-4B74-BFAC-10E176F9BB63}" dt="2022-12-17T08:21:20.778" v="2145" actId="20577"/>
        <pc:sldMkLst>
          <pc:docMk/>
          <pc:sldMk cId="2277814476" sldId="397"/>
        </pc:sldMkLst>
        <pc:spChg chg="mod">
          <ac:chgData name="Ravi Teja T" userId="47c2727421d9f76d" providerId="LiveId" clId="{6265874F-8BF8-4B74-BFAC-10E176F9BB63}" dt="2022-12-17T08:21:20.778" v="2145" actId="20577"/>
          <ac:spMkLst>
            <pc:docMk/>
            <pc:sldMk cId="2277814476" sldId="397"/>
            <ac:spMk id="4" creationId="{2DEC0B83-B886-DBA7-BEDF-E88FEE41F126}"/>
          </ac:spMkLst>
        </pc:spChg>
      </pc:sldChg>
      <pc:sldChg chg="modSp mod">
        <pc:chgData name="Ravi Teja T" userId="47c2727421d9f76d" providerId="LiveId" clId="{6265874F-8BF8-4B74-BFAC-10E176F9BB63}" dt="2022-12-17T08:22:15.916" v="2212" actId="20577"/>
        <pc:sldMkLst>
          <pc:docMk/>
          <pc:sldMk cId="4161198357" sldId="398"/>
        </pc:sldMkLst>
        <pc:spChg chg="mod">
          <ac:chgData name="Ravi Teja T" userId="47c2727421d9f76d" providerId="LiveId" clId="{6265874F-8BF8-4B74-BFAC-10E176F9BB63}" dt="2022-12-17T08:22:15.916" v="2212" actId="20577"/>
          <ac:spMkLst>
            <pc:docMk/>
            <pc:sldMk cId="4161198357" sldId="398"/>
            <ac:spMk id="4" creationId="{2DEC0B83-B886-DBA7-BEDF-E88FEE41F126}"/>
          </ac:spMkLst>
        </pc:spChg>
      </pc:sldChg>
      <pc:sldChg chg="modSp mod">
        <pc:chgData name="Ravi Teja T" userId="47c2727421d9f76d" providerId="LiveId" clId="{6265874F-8BF8-4B74-BFAC-10E176F9BB63}" dt="2022-12-17T08:26:00.508" v="2287" actId="20577"/>
        <pc:sldMkLst>
          <pc:docMk/>
          <pc:sldMk cId="801728940" sldId="399"/>
        </pc:sldMkLst>
        <pc:spChg chg="mod">
          <ac:chgData name="Ravi Teja T" userId="47c2727421d9f76d" providerId="LiveId" clId="{6265874F-8BF8-4B74-BFAC-10E176F9BB63}" dt="2022-12-17T08:26:00.508" v="2287" actId="20577"/>
          <ac:spMkLst>
            <pc:docMk/>
            <pc:sldMk cId="801728940" sldId="399"/>
            <ac:spMk id="2" creationId="{6FB07975-C38F-AAC1-0780-3DCAB3E73026}"/>
          </ac:spMkLst>
        </pc:spChg>
      </pc:sldChg>
      <pc:sldChg chg="addSp delSp modSp mod">
        <pc:chgData name="Ravi Teja T" userId="47c2727421d9f76d" providerId="LiveId" clId="{6265874F-8BF8-4B74-BFAC-10E176F9BB63}" dt="2022-12-17T10:24:08.282" v="5186"/>
        <pc:sldMkLst>
          <pc:docMk/>
          <pc:sldMk cId="810880280" sldId="400"/>
        </pc:sldMkLst>
        <pc:spChg chg="del mod">
          <ac:chgData name="Ravi Teja T" userId="47c2727421d9f76d" providerId="LiveId" clId="{6265874F-8BF8-4B74-BFAC-10E176F9BB63}" dt="2022-12-17T08:26:21.643" v="2290" actId="478"/>
          <ac:spMkLst>
            <pc:docMk/>
            <pc:sldMk cId="810880280" sldId="400"/>
            <ac:spMk id="2" creationId="{6FB07975-C38F-AAC1-0780-3DCAB3E73026}"/>
          </ac:spMkLst>
        </pc:spChg>
        <pc:spChg chg="add del mod">
          <ac:chgData name="Ravi Teja T" userId="47c2727421d9f76d" providerId="LiveId" clId="{6265874F-8BF8-4B74-BFAC-10E176F9BB63}" dt="2022-12-17T08:26:26.418" v="2293" actId="478"/>
          <ac:spMkLst>
            <pc:docMk/>
            <pc:sldMk cId="810880280" sldId="400"/>
            <ac:spMk id="5" creationId="{45E7BB29-8B7D-A621-EBE1-99A2D96DA348}"/>
          </ac:spMkLst>
        </pc:spChg>
        <pc:spChg chg="add mod">
          <ac:chgData name="Ravi Teja T" userId="47c2727421d9f76d" providerId="LiveId" clId="{6265874F-8BF8-4B74-BFAC-10E176F9BB63}" dt="2022-12-17T10:24:08.282" v="5186"/>
          <ac:spMkLst>
            <pc:docMk/>
            <pc:sldMk cId="810880280" sldId="400"/>
            <ac:spMk id="6" creationId="{1DB53325-E93A-936B-6EA0-EA5E509132EE}"/>
          </ac:spMkLst>
        </pc:spChg>
      </pc:sldChg>
      <pc:sldChg chg="modSp mod">
        <pc:chgData name="Ravi Teja T" userId="47c2727421d9f76d" providerId="LiveId" clId="{6265874F-8BF8-4B74-BFAC-10E176F9BB63}" dt="2022-12-17T08:58:14.723" v="4644" actId="20577"/>
        <pc:sldMkLst>
          <pc:docMk/>
          <pc:sldMk cId="1824488663" sldId="401"/>
        </pc:sldMkLst>
        <pc:spChg chg="mod">
          <ac:chgData name="Ravi Teja T" userId="47c2727421d9f76d" providerId="LiveId" clId="{6265874F-8BF8-4B74-BFAC-10E176F9BB63}" dt="2022-12-17T08:58:14.723" v="4644" actId="20577"/>
          <ac:spMkLst>
            <pc:docMk/>
            <pc:sldMk cId="1824488663" sldId="401"/>
            <ac:spMk id="4" creationId="{E3BD8413-C238-49D7-A4E1-E8FEF1811A0E}"/>
          </ac:spMkLst>
        </pc:spChg>
      </pc:sldChg>
      <pc:sldChg chg="modSp mod">
        <pc:chgData name="Ravi Teja T" userId="47c2727421d9f76d" providerId="LiveId" clId="{6265874F-8BF8-4B74-BFAC-10E176F9BB63}" dt="2022-12-17T08:30:01.600" v="2519" actId="14100"/>
        <pc:sldMkLst>
          <pc:docMk/>
          <pc:sldMk cId="1100757713" sldId="402"/>
        </pc:sldMkLst>
        <pc:spChg chg="mod">
          <ac:chgData name="Ravi Teja T" userId="47c2727421d9f76d" providerId="LiveId" clId="{6265874F-8BF8-4B74-BFAC-10E176F9BB63}" dt="2022-12-17T08:30:01.600" v="2519" actId="14100"/>
          <ac:spMkLst>
            <pc:docMk/>
            <pc:sldMk cId="1100757713" sldId="402"/>
            <ac:spMk id="4" creationId="{2DEC0B83-B886-DBA7-BEDF-E88FEE41F126}"/>
          </ac:spMkLst>
        </pc:spChg>
      </pc:sldChg>
      <pc:sldChg chg="modSp mod">
        <pc:chgData name="Ravi Teja T" userId="47c2727421d9f76d" providerId="LiveId" clId="{6265874F-8BF8-4B74-BFAC-10E176F9BB63}" dt="2022-12-17T08:57:10.552" v="4640" actId="20577"/>
        <pc:sldMkLst>
          <pc:docMk/>
          <pc:sldMk cId="2539576987" sldId="403"/>
        </pc:sldMkLst>
        <pc:spChg chg="mod">
          <ac:chgData name="Ravi Teja T" userId="47c2727421d9f76d" providerId="LiveId" clId="{6265874F-8BF8-4B74-BFAC-10E176F9BB63}" dt="2022-12-17T08:57:10.552" v="4640" actId="20577"/>
          <ac:spMkLst>
            <pc:docMk/>
            <pc:sldMk cId="2539576987" sldId="403"/>
            <ac:spMk id="4" creationId="{2DEC0B83-B886-DBA7-BEDF-E88FEE41F12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3CD410-5E2E-4080-A893-907D31D22CB3}" type="doc">
      <dgm:prSet loTypeId="urn:microsoft.com/office/officeart/2017/3/layout/HorizontalLabelsTimeline" loCatId="other" qsTypeId="urn:microsoft.com/office/officeart/2005/8/quickstyle/simple1" qsCatId="simple" csTypeId="urn:microsoft.com/office/officeart/2005/8/colors/accent1_2" csCatId="accent1" phldr="1"/>
      <dgm:spPr/>
      <dgm:t>
        <a:bodyPr/>
        <a:lstStyle/>
        <a:p>
          <a:endParaRPr lang="en-US"/>
        </a:p>
      </dgm:t>
    </dgm:pt>
    <dgm:pt modelId="{245E128E-7700-4C91-9411-CDD1DCA94D67}">
      <dgm:prSet phldrT="[Text]" custT="1"/>
      <dgm:spPr>
        <a:solidFill>
          <a:schemeClr val="accent4">
            <a:alpha val="90000"/>
          </a:schemeClr>
        </a:solidFill>
        <a:ln>
          <a:noFill/>
        </a:ln>
      </dgm:spPr>
      <dgm:t>
        <a:bodyPr/>
        <a:lstStyle/>
        <a:p>
          <a:r>
            <a:rPr lang="en-US" sz="1300" i="1" kern="1200" dirty="0">
              <a:solidFill>
                <a:srgbClr val="454D55"/>
              </a:solidFill>
              <a:latin typeface="+mn-lt"/>
              <a:ea typeface="+mn-ea"/>
              <a:cs typeface="+mn-cs"/>
            </a:rPr>
            <a:t>       </a:t>
          </a:r>
          <a:r>
            <a:rPr lang="en-US" sz="1300" b="1" i="1" kern="1200" dirty="0">
              <a:solidFill>
                <a:srgbClr val="00B050"/>
              </a:solidFill>
              <a:latin typeface="+mn-lt"/>
              <a:ea typeface="+mn-ea"/>
              <a:cs typeface="+mn-cs"/>
            </a:rPr>
            <a:t>PROJECT ACCEPTED</a:t>
          </a:r>
        </a:p>
        <a:p>
          <a:endParaRPr lang="en-US" sz="1300" b="1" i="1" kern="1200" dirty="0">
            <a:solidFill>
              <a:srgbClr val="00B050"/>
            </a:solidFill>
            <a:latin typeface="+mn-lt"/>
            <a:ea typeface="+mn-ea"/>
            <a:cs typeface="+mn-cs"/>
          </a:endParaRPr>
        </a:p>
        <a:p>
          <a:r>
            <a:rPr lang="en-US" sz="1300" b="1" i="1" kern="1200" dirty="0">
              <a:solidFill>
                <a:srgbClr val="454D55"/>
              </a:solidFill>
              <a:latin typeface="+mn-lt"/>
              <a:ea typeface="+mn-ea"/>
              <a:cs typeface="+mn-cs"/>
            </a:rPr>
            <a:t>MOVIE RECOMMENDATION SYSTEM USING MACHINE LEARING</a:t>
          </a:r>
        </a:p>
        <a:p>
          <a:endParaRPr lang="en-US" sz="1200" b="1" i="1" kern="1200" dirty="0">
            <a:solidFill>
              <a:srgbClr val="454D55"/>
            </a:solidFill>
            <a:latin typeface="+mn-lt"/>
            <a:ea typeface="+mn-ea"/>
            <a:cs typeface="+mn-cs"/>
          </a:endParaRPr>
        </a:p>
      </dgm:t>
    </dgm:pt>
    <dgm:pt modelId="{B4D95EBA-0423-4AFA-B379-E030341B1F23}" type="parTrans" cxnId="{68D35F9D-DABF-4E5A-94D4-F988D8E84907}">
      <dgm:prSet/>
      <dgm:spPr/>
      <dgm:t>
        <a:bodyPr/>
        <a:lstStyle/>
        <a:p>
          <a:endParaRPr lang="en-US"/>
        </a:p>
      </dgm:t>
    </dgm:pt>
    <dgm:pt modelId="{4963BA97-D4C5-477B-9B0D-68DB38F61579}" type="sibTrans" cxnId="{68D35F9D-DABF-4E5A-94D4-F988D8E84907}">
      <dgm:prSet/>
      <dgm:spPr/>
      <dgm:t>
        <a:bodyPr/>
        <a:lstStyle/>
        <a:p>
          <a:endParaRPr lang="en-US"/>
        </a:p>
      </dgm:t>
    </dgm:pt>
    <dgm:pt modelId="{2DC4903D-31E8-4ED6-875F-63877788B702}">
      <dgm:prSet phldrT="[Text]" custT="1"/>
      <dgm:spPr>
        <a:solidFill>
          <a:schemeClr val="accent2"/>
        </a:solidFill>
        <a:ln>
          <a:noFill/>
        </a:ln>
      </dgm:spPr>
      <dgm:t>
        <a:bodyPr/>
        <a:lstStyle/>
        <a:p>
          <a:pPr>
            <a:defRPr b="1"/>
          </a:pPr>
          <a:r>
            <a:rPr lang="en-US" sz="2000" dirty="0">
              <a:latin typeface="+mj-lt"/>
            </a:rPr>
            <a:t>PHASE 3</a:t>
          </a:r>
        </a:p>
      </dgm:t>
    </dgm:pt>
    <dgm:pt modelId="{A18F8C20-9A13-44DB-9E45-C2DE49ACE5D9}" type="parTrans" cxnId="{A319CB69-6926-431D-A805-EACBFA83FA66}">
      <dgm:prSet/>
      <dgm:spPr/>
      <dgm:t>
        <a:bodyPr/>
        <a:lstStyle/>
        <a:p>
          <a:endParaRPr lang="en-US"/>
        </a:p>
      </dgm:t>
    </dgm:pt>
    <dgm:pt modelId="{EBFDEA83-93E5-4D72-A672-078838B258F5}" type="sibTrans" cxnId="{A319CB69-6926-431D-A805-EACBFA83FA66}">
      <dgm:prSet/>
      <dgm:spPr/>
      <dgm:t>
        <a:bodyPr/>
        <a:lstStyle/>
        <a:p>
          <a:endParaRPr lang="en-US"/>
        </a:p>
      </dgm:t>
    </dgm:pt>
    <dgm:pt modelId="{A9FB790A-3E33-4887-962E-7206A01AD84F}">
      <dgm:prSet phldrT="[Text]" custT="1"/>
      <dgm:spPr>
        <a:solidFill>
          <a:schemeClr val="accent4">
            <a:alpha val="90000"/>
          </a:schemeClr>
        </a:solidFill>
        <a:ln>
          <a:noFill/>
        </a:ln>
      </dgm:spPr>
      <dgm: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 INTEGRATION OF FRONTEND AND MACHINE LEARING MODEL USING FLASK FRAMEWORK</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 DOCUMENTATION</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3.WORKING ON ACCURACY</a:t>
          </a:r>
        </a:p>
      </dgm:t>
    </dgm:pt>
    <dgm:pt modelId="{2E34BE83-4A83-4B5F-8976-D4AC57FE5007}" type="parTrans" cxnId="{607143D0-C26B-448B-8E8C-A8A46198F0C6}">
      <dgm:prSet/>
      <dgm:spPr/>
      <dgm:t>
        <a:bodyPr/>
        <a:lstStyle/>
        <a:p>
          <a:endParaRPr lang="en-US"/>
        </a:p>
      </dgm:t>
    </dgm:pt>
    <dgm:pt modelId="{A18338C2-0675-4B1C-898F-3D939F41C34C}" type="sibTrans" cxnId="{607143D0-C26B-448B-8E8C-A8A46198F0C6}">
      <dgm:prSet/>
      <dgm:spPr/>
      <dgm:t>
        <a:bodyPr/>
        <a:lstStyle/>
        <a:p>
          <a:endParaRPr lang="en-US"/>
        </a:p>
      </dgm:t>
    </dgm:pt>
    <dgm:pt modelId="{8A93A940-284B-49B0-9D89-5FA2B3B3C7E5}">
      <dgm:prSet phldrT="[Text]" custT="1"/>
      <dgm:spPr>
        <a:solidFill>
          <a:schemeClr val="accent2"/>
        </a:solidFill>
        <a:ln>
          <a:noFill/>
        </a:ln>
      </dgm:spPr>
      <dgm:t>
        <a:bodyPr/>
        <a:lstStyle/>
        <a:p>
          <a:pPr>
            <a:defRPr b="1"/>
          </a:pPr>
          <a:r>
            <a:rPr lang="en-US" sz="2000" dirty="0">
              <a:latin typeface="+mj-lt"/>
            </a:rPr>
            <a:t>FINAL REVIEW</a:t>
          </a:r>
        </a:p>
      </dgm:t>
    </dgm:pt>
    <dgm:pt modelId="{CD96219D-3688-4138-ACC9-901ED9FEACCC}" type="parTrans" cxnId="{982D7B44-1518-4DD0-82D4-8A3901DD95E9}">
      <dgm:prSet/>
      <dgm:spPr/>
      <dgm:t>
        <a:bodyPr/>
        <a:lstStyle/>
        <a:p>
          <a:endParaRPr lang="en-US"/>
        </a:p>
      </dgm:t>
    </dgm:pt>
    <dgm:pt modelId="{E0447E4A-3C15-4884-AEBE-804149EBD331}" type="sibTrans" cxnId="{982D7B44-1518-4DD0-82D4-8A3901DD95E9}">
      <dgm:prSet/>
      <dgm:spPr/>
      <dgm:t>
        <a:bodyPr/>
        <a:lstStyle/>
        <a:p>
          <a:endParaRPr lang="en-US"/>
        </a:p>
      </dgm:t>
    </dgm:pt>
    <dgm:pt modelId="{6BA5F3BE-D53A-42E0-A7FE-674B99BD07E6}">
      <dgm:prSet phldrT="[Text]" custT="1"/>
      <dgm:spPr>
        <a:solidFill>
          <a:schemeClr val="accent4">
            <a:alpha val="90000"/>
          </a:schemeClr>
        </a:solidFill>
        <a:ln>
          <a:noFill/>
        </a:ln>
      </dgm:spPr>
      <dgm: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1.FULL WORKING MOVIE RECOMMENDATION WEBSITE</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2.PROJECT REPORT</a:t>
          </a:r>
        </a:p>
        <a:p>
          <a:pPr marL="0" lvl="0" indent="0" algn="l" defTabSz="533400">
            <a:lnSpc>
              <a:spcPct val="90000"/>
            </a:lnSpc>
            <a:spcBef>
              <a:spcPct val="0"/>
            </a:spcBef>
            <a:spcAft>
              <a:spcPct val="35000"/>
            </a:spcAft>
            <a:buNone/>
          </a:pPr>
          <a:endParaRPr lang="en-US" sz="1300" b="1" i="1" kern="1200" dirty="0">
            <a:solidFill>
              <a:srgbClr val="454D55"/>
            </a:solidFill>
            <a:latin typeface="+mn-lt"/>
            <a:ea typeface="+mn-ea"/>
            <a:cs typeface="+mn-cs"/>
          </a:endParaRPr>
        </a:p>
        <a:p>
          <a:pPr marL="0" lvl="0" indent="0" algn="l" defTabSz="533400">
            <a:lnSpc>
              <a:spcPct val="90000"/>
            </a:lnSpc>
            <a:spcBef>
              <a:spcPct val="0"/>
            </a:spcBef>
            <a:spcAft>
              <a:spcPct val="35000"/>
            </a:spcAft>
            <a:buNone/>
          </a:pPr>
          <a:endParaRPr lang="en-US" sz="1300" b="1" i="1" kern="1200" dirty="0">
            <a:solidFill>
              <a:srgbClr val="454D55"/>
            </a:solidFill>
            <a:latin typeface="+mn-lt"/>
            <a:ea typeface="+mn-ea"/>
            <a:cs typeface="+mn-cs"/>
          </a:endParaRPr>
        </a:p>
        <a:p>
          <a:pPr marL="0" lvl="0" indent="0" algn="l" defTabSz="533400">
            <a:lnSpc>
              <a:spcPct val="90000"/>
            </a:lnSpc>
            <a:spcBef>
              <a:spcPct val="0"/>
            </a:spcBef>
            <a:spcAft>
              <a:spcPct val="35000"/>
            </a:spcAft>
            <a:buNone/>
          </a:pPr>
          <a:endParaRPr lang="en-US" sz="1300" b="1" i="1" kern="1200" dirty="0">
            <a:solidFill>
              <a:srgbClr val="454D55"/>
            </a:solidFill>
            <a:latin typeface="+mn-lt"/>
            <a:ea typeface="+mn-ea"/>
            <a:cs typeface="+mn-cs"/>
          </a:endParaRPr>
        </a:p>
      </dgm:t>
    </dgm:pt>
    <dgm:pt modelId="{9484BBA1-86EE-4AA2-B94A-A26EED0EFB1E}" type="parTrans" cxnId="{6AEB3B94-8522-4F42-A6BC-BC55C5AED92F}">
      <dgm:prSet/>
      <dgm:spPr/>
      <dgm:t>
        <a:bodyPr/>
        <a:lstStyle/>
        <a:p>
          <a:endParaRPr lang="en-US"/>
        </a:p>
      </dgm:t>
    </dgm:pt>
    <dgm:pt modelId="{48C67DB7-8AA6-454C-83AE-A16B3B9F45FF}" type="sibTrans" cxnId="{6AEB3B94-8522-4F42-A6BC-BC55C5AED92F}">
      <dgm:prSet/>
      <dgm:spPr/>
      <dgm:t>
        <a:bodyPr/>
        <a:lstStyle/>
        <a:p>
          <a:endParaRPr lang="en-US"/>
        </a:p>
      </dgm:t>
    </dgm:pt>
    <dgm:pt modelId="{F01D5F9E-ABC5-4560-ACB4-E6CFBC60BFF2}">
      <dgm:prSet custT="1"/>
      <dgm:spPr>
        <a:solidFill>
          <a:schemeClr val="accent2"/>
        </a:solidFill>
        <a:ln>
          <a:noFill/>
        </a:ln>
      </dgm:spPr>
      <dgm:t>
        <a:bodyPr/>
        <a:lstStyle/>
        <a:p>
          <a:pPr>
            <a:defRPr b="1"/>
          </a:pPr>
          <a:r>
            <a:rPr lang="en-US" sz="2000" dirty="0">
              <a:latin typeface="+mj-lt"/>
            </a:rPr>
            <a:t>PHASE</a:t>
          </a:r>
          <a:r>
            <a:rPr lang="en-US" sz="2000" baseline="0" dirty="0">
              <a:latin typeface="+mj-lt"/>
            </a:rPr>
            <a:t> 1</a:t>
          </a:r>
          <a:endParaRPr lang="en-US" sz="2000" dirty="0">
            <a:latin typeface="+mj-lt"/>
          </a:endParaRPr>
        </a:p>
      </dgm:t>
    </dgm:pt>
    <dgm:pt modelId="{FEAC3315-4B36-4E3C-89B3-70A50C7F13CC}" type="parTrans" cxnId="{4B61AF65-3991-4A24-9475-D4AA0127738F}">
      <dgm:prSet/>
      <dgm:spPr/>
      <dgm:t>
        <a:bodyPr/>
        <a:lstStyle/>
        <a:p>
          <a:endParaRPr lang="en-US"/>
        </a:p>
      </dgm:t>
    </dgm:pt>
    <dgm:pt modelId="{36ABC0D0-B41E-401C-840C-2AFBE73989B4}" type="sibTrans" cxnId="{4B61AF65-3991-4A24-9475-D4AA0127738F}">
      <dgm:prSet/>
      <dgm:spPr/>
      <dgm:t>
        <a:bodyPr/>
        <a:lstStyle/>
        <a:p>
          <a:endParaRPr lang="en-US"/>
        </a:p>
      </dgm:t>
    </dgm:pt>
    <dgm:pt modelId="{454D56AF-0D14-43A4-A4AA-2274946C5116}">
      <dgm:prSet custT="1"/>
      <dgm:spPr>
        <a:solidFill>
          <a:schemeClr val="accent2"/>
        </a:solidFill>
        <a:ln>
          <a:noFill/>
        </a:ln>
      </dgm:spPr>
      <dgm:t>
        <a:bodyPr/>
        <a:lstStyle/>
        <a:p>
          <a:pPr>
            <a:defRPr b="1"/>
          </a:pPr>
          <a:r>
            <a:rPr lang="en-US" sz="2000" dirty="0">
              <a:latin typeface="+mj-lt"/>
            </a:rPr>
            <a:t>REVIEW</a:t>
          </a:r>
          <a:r>
            <a:rPr lang="en-US" sz="2000" baseline="0" dirty="0">
              <a:latin typeface="+mj-lt"/>
            </a:rPr>
            <a:t> 1</a:t>
          </a:r>
          <a:endParaRPr lang="en-US" sz="2000" dirty="0">
            <a:latin typeface="+mj-lt"/>
          </a:endParaRPr>
        </a:p>
      </dgm:t>
    </dgm:pt>
    <dgm:pt modelId="{340931FA-0A09-49B9-99A7-6650F93FDC08}" type="parTrans" cxnId="{5A3B2130-5035-4E61-92B1-343AA432C9DF}">
      <dgm:prSet/>
      <dgm:spPr/>
      <dgm:t>
        <a:bodyPr/>
        <a:lstStyle/>
        <a:p>
          <a:endParaRPr lang="en-US"/>
        </a:p>
      </dgm:t>
    </dgm:pt>
    <dgm:pt modelId="{511F28C0-50D9-4CBB-862C-2AD0ACC17105}" type="sibTrans" cxnId="{5A3B2130-5035-4E61-92B1-343AA432C9DF}">
      <dgm:prSet/>
      <dgm:spPr/>
      <dgm:t>
        <a:bodyPr/>
        <a:lstStyle/>
        <a:p>
          <a:endParaRPr lang="en-US"/>
        </a:p>
      </dgm:t>
    </dgm:pt>
    <dgm:pt modelId="{A7F4784E-75AE-4F03-B342-C71355D1ACCF}">
      <dgm:prSet custT="1"/>
      <dgm:spPr>
        <a:solidFill>
          <a:schemeClr val="accent2"/>
        </a:solidFill>
        <a:ln>
          <a:noFill/>
        </a:ln>
      </dgm:spPr>
      <dgm:t>
        <a:bodyPr/>
        <a:lstStyle/>
        <a:p>
          <a:pPr>
            <a:defRPr b="1"/>
          </a:pPr>
          <a:r>
            <a:rPr lang="en-US" sz="2000" dirty="0">
              <a:latin typeface="+mj-lt"/>
            </a:rPr>
            <a:t>PHASE</a:t>
          </a:r>
          <a:r>
            <a:rPr lang="en-US" sz="2000" baseline="0" dirty="0">
              <a:latin typeface="+mj-lt"/>
            </a:rPr>
            <a:t> 2</a:t>
          </a:r>
          <a:endParaRPr lang="en-US" sz="2000" dirty="0">
            <a:latin typeface="+mj-lt"/>
          </a:endParaRPr>
        </a:p>
      </dgm:t>
    </dgm:pt>
    <dgm:pt modelId="{E8170CB0-7D27-4024-BF4D-F79F86202313}" type="parTrans" cxnId="{33DFDD33-182D-44AF-9877-B1DCECE3CC9D}">
      <dgm:prSet/>
      <dgm:spPr/>
      <dgm:t>
        <a:bodyPr/>
        <a:lstStyle/>
        <a:p>
          <a:endParaRPr lang="en-US"/>
        </a:p>
      </dgm:t>
    </dgm:pt>
    <dgm:pt modelId="{3078DB00-0C2A-4587-8661-74E5E36CBCA7}" type="sibTrans" cxnId="{33DFDD33-182D-44AF-9877-B1DCECE3CC9D}">
      <dgm:prSet/>
      <dgm:spPr/>
      <dgm:t>
        <a:bodyPr/>
        <a:lstStyle/>
        <a:p>
          <a:endParaRPr lang="en-US"/>
        </a:p>
      </dgm:t>
    </dgm:pt>
    <dgm:pt modelId="{A59C9EB4-4836-41EA-88FC-E68E29755DEF}">
      <dgm:prSet custT="1"/>
      <dgm:spPr>
        <a:solidFill>
          <a:schemeClr val="accent2"/>
        </a:solidFill>
        <a:ln>
          <a:noFill/>
        </a:ln>
      </dgm:spPr>
      <dgm:t>
        <a:bodyPr/>
        <a:lstStyle/>
        <a:p>
          <a:pPr>
            <a:defRPr b="1"/>
          </a:pPr>
          <a:r>
            <a:rPr lang="en-US" sz="2000" dirty="0">
              <a:latin typeface="+mj-lt"/>
            </a:rPr>
            <a:t>REVIEW 2</a:t>
          </a:r>
        </a:p>
      </dgm:t>
    </dgm:pt>
    <dgm:pt modelId="{C486CA18-5D6B-49AD-B92C-52313E993EC5}" type="parTrans" cxnId="{C2A8B52A-540B-46B5-A43B-27FAF06A13EF}">
      <dgm:prSet/>
      <dgm:spPr/>
      <dgm:t>
        <a:bodyPr/>
        <a:lstStyle/>
        <a:p>
          <a:endParaRPr lang="en-US"/>
        </a:p>
      </dgm:t>
    </dgm:pt>
    <dgm:pt modelId="{62C75627-0A71-4E35-B62B-749D8AB3C189}" type="sibTrans" cxnId="{C2A8B52A-540B-46B5-A43B-27FAF06A13EF}">
      <dgm:prSet/>
      <dgm:spPr/>
      <dgm:t>
        <a:bodyPr/>
        <a:lstStyle/>
        <a:p>
          <a:endParaRPr lang="en-US"/>
        </a:p>
      </dgm:t>
    </dgm:pt>
    <dgm:pt modelId="{3280BE73-5C4D-4941-9102-E5930904556F}">
      <dgm:prSet custT="1"/>
      <dgm:spPr>
        <a:solidFill>
          <a:schemeClr val="accent4">
            <a:alpha val="90000"/>
          </a:schemeClr>
        </a:solidFill>
        <a:ln>
          <a:noFill/>
        </a:ln>
      </dgm:spPr>
      <dgm: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1.OBJECTIVES</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2.MOTIVATION</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3.PROBLEM SURVEY</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4.TECHNOLOGIES </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5.ARCHITECTURE DIAGRAM</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6.HYPOTHESIS</a:t>
          </a:r>
        </a:p>
      </dgm:t>
    </dgm:pt>
    <dgm:pt modelId="{596FE3BE-79D4-47E4-8416-EDF8385B1DE9}" type="parTrans" cxnId="{B9B38C7F-D679-4A39-B742-6501D3961044}">
      <dgm:prSet/>
      <dgm:spPr/>
      <dgm:t>
        <a:bodyPr/>
        <a:lstStyle/>
        <a:p>
          <a:endParaRPr lang="en-US"/>
        </a:p>
      </dgm:t>
    </dgm:pt>
    <dgm:pt modelId="{8E22D1FB-CF90-47F0-B06E-C66C75D54226}" type="sibTrans" cxnId="{B9B38C7F-D679-4A39-B742-6501D3961044}">
      <dgm:prSet/>
      <dgm:spPr/>
      <dgm:t>
        <a:bodyPr/>
        <a:lstStyle/>
        <a:p>
          <a:endParaRPr lang="en-US"/>
        </a:p>
      </dgm:t>
    </dgm:pt>
    <dgm:pt modelId="{47BE8E0B-496B-44FC-825E-C2A10D821DC9}">
      <dgm:prSet custT="1"/>
      <dgm:spPr>
        <a:solidFill>
          <a:schemeClr val="accent4">
            <a:alpha val="90000"/>
          </a:schemeClr>
        </a:solidFill>
        <a:ln>
          <a:noFill/>
        </a:ln>
      </dgm:spPr>
      <dgm:t>
        <a:bodyPr/>
        <a:lstStyle/>
        <a:p>
          <a:pPr marL="0" lvl="0" indent="0" algn="l" defTabSz="533400">
            <a:lnSpc>
              <a:spcPct val="90000"/>
            </a:lnSpc>
            <a:spcBef>
              <a:spcPct val="0"/>
            </a:spcBef>
            <a:spcAft>
              <a:spcPct val="35000"/>
            </a:spcAft>
            <a:buFont typeface="Arial" panose="020B0604020202020204" pitchFamily="34" charset="0"/>
            <a:buChar char="•"/>
          </a:pPr>
          <a:r>
            <a:rPr lang="en-US" sz="1300" b="1" i="1" kern="1200" dirty="0">
              <a:solidFill>
                <a:srgbClr val="454D55"/>
              </a:solidFill>
              <a:latin typeface="+mn-lt"/>
              <a:ea typeface="+mn-ea"/>
              <a:cs typeface="+mn-cs"/>
            </a:rPr>
            <a:t>1.LITERATURE SURVEY</a:t>
          </a:r>
        </a:p>
        <a:p>
          <a:pPr marL="0" lvl="0" indent="0" algn="l" defTabSz="533400">
            <a:lnSpc>
              <a:spcPct val="90000"/>
            </a:lnSpc>
            <a:spcBef>
              <a:spcPct val="0"/>
            </a:spcBef>
            <a:spcAft>
              <a:spcPct val="35000"/>
            </a:spcAft>
            <a:buFont typeface="Arial" panose="020B0604020202020204" pitchFamily="34" charset="0"/>
            <a:buChar char="•"/>
          </a:pPr>
          <a:r>
            <a:rPr lang="en-US" sz="1300" b="1" i="1" kern="1200" dirty="0">
              <a:solidFill>
                <a:srgbClr val="454D55"/>
              </a:solidFill>
              <a:latin typeface="+mn-lt"/>
              <a:ea typeface="+mn-ea"/>
              <a:cs typeface="+mn-cs"/>
            </a:rPr>
            <a:t>2.PROJECT ARCHITECTURE</a:t>
          </a:r>
        </a:p>
        <a:p>
          <a:pPr marL="0" lvl="0" indent="0" algn="l" defTabSz="533400">
            <a:lnSpc>
              <a:spcPct val="90000"/>
            </a:lnSpc>
            <a:spcBef>
              <a:spcPct val="0"/>
            </a:spcBef>
            <a:spcAft>
              <a:spcPct val="35000"/>
            </a:spcAft>
            <a:buFont typeface="Arial" panose="020B0604020202020204" pitchFamily="34" charset="0"/>
            <a:buChar char="•"/>
          </a:pPr>
          <a:r>
            <a:rPr lang="en-US" sz="1300" b="1" i="1" kern="1200" dirty="0">
              <a:solidFill>
                <a:srgbClr val="454D55"/>
              </a:solidFill>
              <a:latin typeface="+mn-lt"/>
              <a:ea typeface="+mn-ea"/>
              <a:cs typeface="+mn-cs"/>
            </a:rPr>
            <a:t>3.DATASETS COLLECTION</a:t>
          </a:r>
        </a:p>
        <a:p>
          <a:pPr marL="0" lvl="0" indent="0" algn="l" defTabSz="533400">
            <a:lnSpc>
              <a:spcPct val="90000"/>
            </a:lnSpc>
            <a:spcBef>
              <a:spcPct val="0"/>
            </a:spcBef>
            <a:spcAft>
              <a:spcPct val="35000"/>
            </a:spcAft>
            <a:buFont typeface="Arial" panose="020B0604020202020204" pitchFamily="34" charset="0"/>
            <a:buChar char="•"/>
          </a:pPr>
          <a:r>
            <a:rPr lang="en-US" sz="1300" b="1" i="1" kern="1200" dirty="0">
              <a:solidFill>
                <a:srgbClr val="454D55"/>
              </a:solidFill>
              <a:latin typeface="+mn-lt"/>
              <a:ea typeface="+mn-ea"/>
              <a:cs typeface="+mn-cs"/>
            </a:rPr>
            <a:t>4.MACHINE LEARNING ALGORITHM</a:t>
          </a:r>
        </a:p>
      </dgm:t>
    </dgm:pt>
    <dgm:pt modelId="{26C37286-A207-4C3A-8F03-B64C4EB72DB8}" type="parTrans" cxnId="{47F4D29A-7D65-4C2F-8677-61780F0F1118}">
      <dgm:prSet/>
      <dgm:spPr/>
      <dgm:t>
        <a:bodyPr/>
        <a:lstStyle/>
        <a:p>
          <a:endParaRPr lang="en-US"/>
        </a:p>
      </dgm:t>
    </dgm:pt>
    <dgm:pt modelId="{258C30B8-1EDE-458F-9BAB-BD0E5C8E1BF9}" type="sibTrans" cxnId="{47F4D29A-7D65-4C2F-8677-61780F0F1118}">
      <dgm:prSet/>
      <dgm:spPr/>
      <dgm:t>
        <a:bodyPr/>
        <a:lstStyle/>
        <a:p>
          <a:endParaRPr lang="en-US"/>
        </a:p>
      </dgm:t>
    </dgm:pt>
    <dgm:pt modelId="{1827863D-2FA1-48D1-81C4-0E7D31ADB47E}">
      <dgm:prSet custT="1"/>
      <dgm:spPr>
        <a:solidFill>
          <a:schemeClr val="accent4">
            <a:alpha val="90000"/>
          </a:schemeClr>
        </a:solidFill>
        <a:ln>
          <a:noFill/>
        </a:ln>
      </dgm:spPr>
      <dgm: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1.WEBSITE FRONTEND</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2.DATA PREPROCRESSING</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3.DEVELOPING MACHINE     LEARNING MODEL</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4.LEARN FLASK FRAMEWORK</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5.UML DIAGRAMS DESIGN</a:t>
          </a:r>
        </a:p>
      </dgm:t>
    </dgm:pt>
    <dgm:pt modelId="{B426C98F-7250-4E9E-84CB-E9FC83F8CB06}" type="parTrans" cxnId="{7749B4AD-5089-49E7-8F6B-1B2382C9B50E}">
      <dgm:prSet/>
      <dgm:spPr/>
      <dgm:t>
        <a:bodyPr/>
        <a:lstStyle/>
        <a:p>
          <a:endParaRPr lang="en-US"/>
        </a:p>
      </dgm:t>
    </dgm:pt>
    <dgm:pt modelId="{D0D7EB30-49F6-43D6-AF40-1B9302B3ADF0}" type="sibTrans" cxnId="{7749B4AD-5089-49E7-8F6B-1B2382C9B50E}">
      <dgm:prSet/>
      <dgm:spPr/>
      <dgm:t>
        <a:bodyPr/>
        <a:lstStyle/>
        <a:p>
          <a:endParaRPr lang="en-US"/>
        </a:p>
      </dgm:t>
    </dgm:pt>
    <dgm:pt modelId="{CF564C6C-7771-4FD5-B851-B5B84730268F}">
      <dgm:prSet custT="1"/>
      <dgm:spPr>
        <a:solidFill>
          <a:schemeClr val="accent4">
            <a:alpha val="90000"/>
          </a:schemeClr>
        </a:solidFill>
        <a:ln>
          <a:noFill/>
        </a:ln>
      </dgm:spPr>
      <dgm: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1.WORKING FRONTEND OF WEBPAGE</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 WORKING MACHINE LEARNING MODEL</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3. UML DIAGRAMS</a:t>
          </a:r>
        </a:p>
        <a:p>
          <a:pPr marL="0" lvl="0" indent="0" algn="l" defTabSz="533400">
            <a:lnSpc>
              <a:spcPct val="90000"/>
            </a:lnSpc>
            <a:spcBef>
              <a:spcPct val="0"/>
            </a:spcBef>
            <a:spcAft>
              <a:spcPct val="35000"/>
            </a:spcAft>
            <a:buNone/>
          </a:pPr>
          <a:endParaRPr lang="en-US" sz="1300" b="1" i="1" kern="1200" dirty="0">
            <a:solidFill>
              <a:srgbClr val="454D55"/>
            </a:solidFill>
            <a:latin typeface="+mn-lt"/>
            <a:ea typeface="+mn-ea"/>
            <a:cs typeface="+mn-cs"/>
          </a:endParaRPr>
        </a:p>
        <a:p>
          <a:pPr marL="0" lvl="0" indent="0" algn="l" defTabSz="533400">
            <a:lnSpc>
              <a:spcPct val="90000"/>
            </a:lnSpc>
            <a:spcBef>
              <a:spcPct val="0"/>
            </a:spcBef>
            <a:spcAft>
              <a:spcPct val="35000"/>
            </a:spcAft>
            <a:buNone/>
          </a:pPr>
          <a:endParaRPr lang="en-US" sz="1200" i="1" kern="1200" dirty="0">
            <a:solidFill>
              <a:srgbClr val="454D55"/>
            </a:solidFill>
            <a:latin typeface="+mn-lt"/>
            <a:ea typeface="+mn-ea"/>
            <a:cs typeface="+mn-cs"/>
          </a:endParaRPr>
        </a:p>
      </dgm:t>
    </dgm:pt>
    <dgm:pt modelId="{5A57A755-D716-4DC9-9A51-20693042AFC8}" type="parTrans" cxnId="{5F80C7E1-A7BD-418E-A665-3DAF3DEDF5A4}">
      <dgm:prSet/>
      <dgm:spPr/>
      <dgm:t>
        <a:bodyPr/>
        <a:lstStyle/>
        <a:p>
          <a:endParaRPr lang="en-US"/>
        </a:p>
      </dgm:t>
    </dgm:pt>
    <dgm:pt modelId="{024A7FBC-BB10-4242-BAF3-82678A4C13DA}" type="sibTrans" cxnId="{5F80C7E1-A7BD-418E-A665-3DAF3DEDF5A4}">
      <dgm:prSet/>
      <dgm:spPr/>
      <dgm:t>
        <a:bodyPr/>
        <a:lstStyle/>
        <a:p>
          <a:endParaRPr lang="en-US"/>
        </a:p>
      </dgm:t>
    </dgm:pt>
    <dgm:pt modelId="{D423FB80-F2BD-4DDE-80B1-76F84FE09A02}">
      <dgm:prSet phldrT="[Text]" custT="1"/>
      <dgm:spPr>
        <a:solidFill>
          <a:schemeClr val="accent2"/>
        </a:solidFill>
        <a:ln>
          <a:noFill/>
        </a:ln>
      </dgm:spPr>
      <dgm:t>
        <a:bodyPr/>
        <a:lstStyle/>
        <a:p>
          <a:pPr>
            <a:defRPr b="1"/>
          </a:pPr>
          <a:r>
            <a:rPr lang="en-US" sz="2000" dirty="0">
              <a:latin typeface="+mj-lt"/>
            </a:rPr>
            <a:t>START</a:t>
          </a:r>
        </a:p>
      </dgm:t>
    </dgm:pt>
    <dgm:pt modelId="{EBE862E1-9761-4AA7-AA00-BD79FA3B27DD}" type="sibTrans" cxnId="{5BF3B7B1-A779-4E2D-8625-77DE0CA38FEE}">
      <dgm:prSet/>
      <dgm:spPr/>
      <dgm:t>
        <a:bodyPr/>
        <a:lstStyle/>
        <a:p>
          <a:endParaRPr lang="en-US"/>
        </a:p>
      </dgm:t>
    </dgm:pt>
    <dgm:pt modelId="{9B1CA3FF-D252-4AF5-8F50-CFC93ACA9175}" type="parTrans" cxnId="{5BF3B7B1-A779-4E2D-8625-77DE0CA38FEE}">
      <dgm:prSet/>
      <dgm:spPr/>
      <dgm:t>
        <a:bodyPr/>
        <a:lstStyle/>
        <a:p>
          <a:endParaRPr lang="en-US"/>
        </a:p>
      </dgm:t>
    </dgm:pt>
    <dgm:pt modelId="{687CC7BD-79EF-4A0F-BDD3-809BFA49E6BE}" type="pres">
      <dgm:prSet presAssocID="{FF3CD410-5E2E-4080-A893-907D31D22CB3}" presName="root" presStyleCnt="0">
        <dgm:presLayoutVars>
          <dgm:chMax/>
          <dgm:chPref/>
          <dgm:animLvl val="lvl"/>
        </dgm:presLayoutVars>
      </dgm:prSet>
      <dgm:spPr/>
    </dgm:pt>
    <dgm:pt modelId="{6168B371-2815-4661-9209-F8A29814ADCC}" type="pres">
      <dgm:prSet presAssocID="{FF3CD410-5E2E-4080-A893-907D31D22CB3}" presName="divider" presStyleLbl="fgAcc1" presStyleIdx="0" presStyleCnt="1"/>
      <dgm:spPr>
        <a:ln w="38100">
          <a:solidFill>
            <a:schemeClr val="bg2"/>
          </a:solidFill>
        </a:ln>
      </dgm:spPr>
    </dgm:pt>
    <dgm:pt modelId="{4C5F54B5-504F-4069-AF1D-9A370FBD268C}" type="pres">
      <dgm:prSet presAssocID="{FF3CD410-5E2E-4080-A893-907D31D22CB3}" presName="nodes" presStyleCnt="0">
        <dgm:presLayoutVars>
          <dgm:chMax/>
          <dgm:chPref/>
          <dgm:animLvl val="lvl"/>
        </dgm:presLayoutVars>
      </dgm:prSet>
      <dgm:spPr/>
    </dgm:pt>
    <dgm:pt modelId="{34539F78-7536-446A-B749-4315D26F2C4E}" type="pres">
      <dgm:prSet presAssocID="{D423FB80-F2BD-4DDE-80B1-76F84FE09A02}" presName="composite" presStyleCnt="0"/>
      <dgm:spPr/>
    </dgm:pt>
    <dgm:pt modelId="{64E37A6A-8F95-4F28-92FC-1FE8089D7DAF}" type="pres">
      <dgm:prSet presAssocID="{D423FB80-F2BD-4DDE-80B1-76F84FE09A02}" presName="L1TextContainer" presStyleLbl="alignNode1" presStyleIdx="0" presStyleCnt="7">
        <dgm:presLayoutVars>
          <dgm:chMax val="1"/>
          <dgm:chPref val="1"/>
          <dgm:bulletEnabled val="1"/>
        </dgm:presLayoutVars>
      </dgm:prSet>
      <dgm:spPr/>
    </dgm:pt>
    <dgm:pt modelId="{301B11E7-9AB9-40DA-A950-87C47281308D}" type="pres">
      <dgm:prSet presAssocID="{D423FB80-F2BD-4DDE-80B1-76F84FE09A02}" presName="L2TextContainerWrapper" presStyleCnt="0">
        <dgm:presLayoutVars>
          <dgm:bulletEnabled val="1"/>
        </dgm:presLayoutVars>
      </dgm:prSet>
      <dgm:spPr/>
    </dgm:pt>
    <dgm:pt modelId="{255B3FC7-BD87-4810-87ED-7952D0F23157}" type="pres">
      <dgm:prSet presAssocID="{D423FB80-F2BD-4DDE-80B1-76F84FE09A02}" presName="L2TextContainer" presStyleLbl="bgAccFollowNode1" presStyleIdx="0" presStyleCnt="7"/>
      <dgm:spPr/>
    </dgm:pt>
    <dgm:pt modelId="{4B545162-9690-412E-B970-54DA905B44AF}" type="pres">
      <dgm:prSet presAssocID="{D423FB80-F2BD-4DDE-80B1-76F84FE09A02}" presName="FlexibleEmptyPlaceHolder" presStyleCnt="0"/>
      <dgm:spPr/>
    </dgm:pt>
    <dgm:pt modelId="{DF478A7F-4668-4E0A-86F7-C1205CF5AA73}" type="pres">
      <dgm:prSet presAssocID="{D423FB80-F2BD-4DDE-80B1-76F84FE09A02}" presName="ConnectLine" presStyleLbl="sibTrans1D1" presStyleIdx="0" presStyleCnt="7"/>
      <dgm:spPr>
        <a:ln w="19050">
          <a:solidFill>
            <a:schemeClr val="bg2"/>
          </a:solidFill>
        </a:ln>
      </dgm:spPr>
    </dgm:pt>
    <dgm:pt modelId="{6D7F9BE3-3008-4E5E-96F3-C71D72649902}" type="pres">
      <dgm:prSet presAssocID="{D423FB80-F2BD-4DDE-80B1-76F84FE09A02}" presName="ConnectorPoint" presStyleLbl="node1" presStyleIdx="0" presStyleCnt="7"/>
      <dgm:spPr>
        <a:prstGeom prst="ellipse">
          <a:avLst/>
        </a:prstGeom>
        <a:solidFill>
          <a:schemeClr val="accent2"/>
        </a:solidFill>
        <a:ln w="6350" cap="flat" cmpd="sng" algn="ctr">
          <a:noFill/>
          <a:prstDash val="solid"/>
          <a:miter lim="800000"/>
        </a:ln>
        <a:effectLst/>
      </dgm:spPr>
    </dgm:pt>
    <dgm:pt modelId="{02633C3C-6589-41FB-998C-85A7548107A4}" type="pres">
      <dgm:prSet presAssocID="{D423FB80-F2BD-4DDE-80B1-76F84FE09A02}" presName="EmptyPlaceHolder" presStyleCnt="0"/>
      <dgm:spPr/>
    </dgm:pt>
    <dgm:pt modelId="{41467129-B2CC-4E38-A5B2-56D30FA28409}" type="pres">
      <dgm:prSet presAssocID="{EBE862E1-9761-4AA7-AA00-BD79FA3B27DD}" presName="spaceBetweenRectangles" presStyleCnt="0"/>
      <dgm:spPr/>
    </dgm:pt>
    <dgm:pt modelId="{C7F26193-F277-4FC2-96E8-E896E5EFC9BC}" type="pres">
      <dgm:prSet presAssocID="{F01D5F9E-ABC5-4560-ACB4-E6CFBC60BFF2}" presName="composite" presStyleCnt="0"/>
      <dgm:spPr/>
    </dgm:pt>
    <dgm:pt modelId="{5C68C37A-C349-49AE-97A1-63D110D2C7D1}" type="pres">
      <dgm:prSet presAssocID="{F01D5F9E-ABC5-4560-ACB4-E6CFBC60BFF2}" presName="L1TextContainer" presStyleLbl="alignNode1" presStyleIdx="1" presStyleCnt="7" custLinFactNeighborY="736">
        <dgm:presLayoutVars>
          <dgm:chMax val="1"/>
          <dgm:chPref val="1"/>
          <dgm:bulletEnabled val="1"/>
        </dgm:presLayoutVars>
      </dgm:prSet>
      <dgm:spPr/>
    </dgm:pt>
    <dgm:pt modelId="{3E3F09C6-0C94-40B1-A308-6929444363D4}" type="pres">
      <dgm:prSet presAssocID="{F01D5F9E-ABC5-4560-ACB4-E6CFBC60BFF2}" presName="L2TextContainerWrapper" presStyleCnt="0">
        <dgm:presLayoutVars>
          <dgm:bulletEnabled val="1"/>
        </dgm:presLayoutVars>
      </dgm:prSet>
      <dgm:spPr/>
    </dgm:pt>
    <dgm:pt modelId="{A01D9671-7007-4F3F-98D6-A9730C5B45E4}" type="pres">
      <dgm:prSet presAssocID="{F01D5F9E-ABC5-4560-ACB4-E6CFBC60BFF2}" presName="L2TextContainer" presStyleLbl="bgAccFollowNode1" presStyleIdx="1" presStyleCnt="7" custLinFactNeighborX="-928"/>
      <dgm:spPr/>
    </dgm:pt>
    <dgm:pt modelId="{65C95A24-31B5-46D2-BCB4-07372ABDD6F2}" type="pres">
      <dgm:prSet presAssocID="{F01D5F9E-ABC5-4560-ACB4-E6CFBC60BFF2}" presName="FlexibleEmptyPlaceHolder" presStyleCnt="0"/>
      <dgm:spPr/>
    </dgm:pt>
    <dgm:pt modelId="{D4347EDB-4883-4C4B-A672-6266C9702B5A}" type="pres">
      <dgm:prSet presAssocID="{F01D5F9E-ABC5-4560-ACB4-E6CFBC60BFF2}" presName="ConnectLine" presStyleLbl="sibTrans1D1" presStyleIdx="1" presStyleCnt="7"/>
      <dgm:spPr>
        <a:ln w="19050">
          <a:solidFill>
            <a:schemeClr val="bg2"/>
          </a:solidFill>
        </a:ln>
      </dgm:spPr>
    </dgm:pt>
    <dgm:pt modelId="{D10813CD-B7B7-4CC7-9B2D-B5AE3D30A4DA}" type="pres">
      <dgm:prSet presAssocID="{F01D5F9E-ABC5-4560-ACB4-E6CFBC60BFF2}" presName="ConnectorPoint" presStyleLbl="node1" presStyleIdx="1" presStyleCnt="7"/>
      <dgm:spPr>
        <a:prstGeom prst="ellipse">
          <a:avLst/>
        </a:prstGeom>
        <a:solidFill>
          <a:schemeClr val="accent2"/>
        </a:solidFill>
        <a:ln w="6350" cap="flat" cmpd="sng" algn="ctr">
          <a:noFill/>
          <a:prstDash val="solid"/>
          <a:miter lim="800000"/>
        </a:ln>
        <a:effectLst/>
      </dgm:spPr>
    </dgm:pt>
    <dgm:pt modelId="{143FACBA-FB69-402B-8D92-68DCE90EA86A}" type="pres">
      <dgm:prSet presAssocID="{F01D5F9E-ABC5-4560-ACB4-E6CFBC60BFF2}" presName="EmptyPlaceHolder" presStyleCnt="0"/>
      <dgm:spPr/>
    </dgm:pt>
    <dgm:pt modelId="{0587E036-7F91-482C-9B0A-860FD4CCD0E2}" type="pres">
      <dgm:prSet presAssocID="{36ABC0D0-B41E-401C-840C-2AFBE73989B4}" presName="spaceBetweenRectangles" presStyleCnt="0"/>
      <dgm:spPr/>
    </dgm:pt>
    <dgm:pt modelId="{795AD8F1-7B20-410C-90F4-2E04F4F4C93D}" type="pres">
      <dgm:prSet presAssocID="{454D56AF-0D14-43A4-A4AA-2274946C5116}" presName="composite" presStyleCnt="0"/>
      <dgm:spPr/>
    </dgm:pt>
    <dgm:pt modelId="{C5503B6E-C1DB-44F5-ABB8-38EF445ED1E8}" type="pres">
      <dgm:prSet presAssocID="{454D56AF-0D14-43A4-A4AA-2274946C5116}" presName="L1TextContainer" presStyleLbl="alignNode1" presStyleIdx="2" presStyleCnt="7">
        <dgm:presLayoutVars>
          <dgm:chMax val="1"/>
          <dgm:chPref val="1"/>
          <dgm:bulletEnabled val="1"/>
        </dgm:presLayoutVars>
      </dgm:prSet>
      <dgm:spPr/>
    </dgm:pt>
    <dgm:pt modelId="{FD7DE90B-3DDE-4250-BB93-6AFB95DB30C9}" type="pres">
      <dgm:prSet presAssocID="{454D56AF-0D14-43A4-A4AA-2274946C5116}" presName="L2TextContainerWrapper" presStyleCnt="0">
        <dgm:presLayoutVars>
          <dgm:bulletEnabled val="1"/>
        </dgm:presLayoutVars>
      </dgm:prSet>
      <dgm:spPr/>
    </dgm:pt>
    <dgm:pt modelId="{04897CD2-CF6F-4A55-8E79-1E7393B07B06}" type="pres">
      <dgm:prSet presAssocID="{454D56AF-0D14-43A4-A4AA-2274946C5116}" presName="L2TextContainer" presStyleLbl="bgAccFollowNode1" presStyleIdx="2" presStyleCnt="7"/>
      <dgm:spPr/>
    </dgm:pt>
    <dgm:pt modelId="{30F499EF-86B9-43D4-9E36-2ADCD18D3C55}" type="pres">
      <dgm:prSet presAssocID="{454D56AF-0D14-43A4-A4AA-2274946C5116}" presName="FlexibleEmptyPlaceHolder" presStyleCnt="0"/>
      <dgm:spPr/>
    </dgm:pt>
    <dgm:pt modelId="{73ACB8E4-FFC1-49E5-BB46-1EBD63F3BF67}" type="pres">
      <dgm:prSet presAssocID="{454D56AF-0D14-43A4-A4AA-2274946C5116}" presName="ConnectLine" presStyleLbl="sibTrans1D1" presStyleIdx="2" presStyleCnt="7"/>
      <dgm:spPr>
        <a:ln w="19050">
          <a:solidFill>
            <a:schemeClr val="bg2"/>
          </a:solidFill>
        </a:ln>
      </dgm:spPr>
    </dgm:pt>
    <dgm:pt modelId="{FE89438A-B301-4219-9492-D30967496E8F}" type="pres">
      <dgm:prSet presAssocID="{454D56AF-0D14-43A4-A4AA-2274946C5116}" presName="ConnectorPoint" presStyleLbl="node1" presStyleIdx="2" presStyleCnt="7"/>
      <dgm:spPr>
        <a:prstGeom prst="ellipse">
          <a:avLst/>
        </a:prstGeom>
        <a:solidFill>
          <a:schemeClr val="accent2"/>
        </a:solidFill>
        <a:ln w="6350" cap="flat" cmpd="sng" algn="ctr">
          <a:noFill/>
          <a:prstDash val="solid"/>
          <a:miter lim="800000"/>
        </a:ln>
        <a:effectLst/>
      </dgm:spPr>
    </dgm:pt>
    <dgm:pt modelId="{80E00C49-A058-42B1-B4A9-8FC8989D4F58}" type="pres">
      <dgm:prSet presAssocID="{454D56AF-0D14-43A4-A4AA-2274946C5116}" presName="EmptyPlaceHolder" presStyleCnt="0"/>
      <dgm:spPr/>
    </dgm:pt>
    <dgm:pt modelId="{396E0C2C-79C3-4FCA-B5E5-8B3C2758C30F}" type="pres">
      <dgm:prSet presAssocID="{511F28C0-50D9-4CBB-862C-2AD0ACC17105}" presName="spaceBetweenRectangles" presStyleCnt="0"/>
      <dgm:spPr/>
    </dgm:pt>
    <dgm:pt modelId="{866B658A-D972-4AD8-A7E6-4082FD2CB001}" type="pres">
      <dgm:prSet presAssocID="{A7F4784E-75AE-4F03-B342-C71355D1ACCF}" presName="composite" presStyleCnt="0"/>
      <dgm:spPr/>
    </dgm:pt>
    <dgm:pt modelId="{CBCB6B30-5D46-4B19-B9DE-C0B7FB057712}" type="pres">
      <dgm:prSet presAssocID="{A7F4784E-75AE-4F03-B342-C71355D1ACCF}" presName="L1TextContainer" presStyleLbl="alignNode1" presStyleIdx="3" presStyleCnt="7">
        <dgm:presLayoutVars>
          <dgm:chMax val="1"/>
          <dgm:chPref val="1"/>
          <dgm:bulletEnabled val="1"/>
        </dgm:presLayoutVars>
      </dgm:prSet>
      <dgm:spPr/>
    </dgm:pt>
    <dgm:pt modelId="{746F6004-1265-4B16-B698-179F0477DB3D}" type="pres">
      <dgm:prSet presAssocID="{A7F4784E-75AE-4F03-B342-C71355D1ACCF}" presName="L2TextContainerWrapper" presStyleCnt="0">
        <dgm:presLayoutVars>
          <dgm:bulletEnabled val="1"/>
        </dgm:presLayoutVars>
      </dgm:prSet>
      <dgm:spPr/>
    </dgm:pt>
    <dgm:pt modelId="{95B1E40E-26D9-44C8-A99F-14EA44505DF3}" type="pres">
      <dgm:prSet presAssocID="{A7F4784E-75AE-4F03-B342-C71355D1ACCF}" presName="L2TextContainer" presStyleLbl="bgAccFollowNode1" presStyleIdx="3" presStyleCnt="7"/>
      <dgm:spPr/>
    </dgm:pt>
    <dgm:pt modelId="{752FC6D6-93A6-414C-B65D-6F2858E07E0C}" type="pres">
      <dgm:prSet presAssocID="{A7F4784E-75AE-4F03-B342-C71355D1ACCF}" presName="FlexibleEmptyPlaceHolder" presStyleCnt="0"/>
      <dgm:spPr/>
    </dgm:pt>
    <dgm:pt modelId="{BBBD3B06-9C30-48DB-A77E-5A358B1C6E78}" type="pres">
      <dgm:prSet presAssocID="{A7F4784E-75AE-4F03-B342-C71355D1ACCF}" presName="ConnectLine" presStyleLbl="sibTrans1D1" presStyleIdx="3" presStyleCnt="7"/>
      <dgm:spPr>
        <a:ln w="19050">
          <a:solidFill>
            <a:schemeClr val="bg2"/>
          </a:solidFill>
        </a:ln>
      </dgm:spPr>
    </dgm:pt>
    <dgm:pt modelId="{C574381E-6C24-436D-B265-4BCFEFA46591}" type="pres">
      <dgm:prSet presAssocID="{A7F4784E-75AE-4F03-B342-C71355D1ACCF}" presName="ConnectorPoint" presStyleLbl="node1" presStyleIdx="3" presStyleCnt="7"/>
      <dgm:spPr>
        <a:prstGeom prst="ellipse">
          <a:avLst/>
        </a:prstGeom>
        <a:solidFill>
          <a:schemeClr val="accent2"/>
        </a:solidFill>
        <a:ln w="6350" cap="flat" cmpd="sng" algn="ctr">
          <a:noFill/>
          <a:prstDash val="solid"/>
          <a:miter lim="800000"/>
        </a:ln>
        <a:effectLst/>
      </dgm:spPr>
    </dgm:pt>
    <dgm:pt modelId="{CC7E7566-0B46-4E0A-B951-BFE404664D2C}" type="pres">
      <dgm:prSet presAssocID="{A7F4784E-75AE-4F03-B342-C71355D1ACCF}" presName="EmptyPlaceHolder" presStyleCnt="0"/>
      <dgm:spPr/>
    </dgm:pt>
    <dgm:pt modelId="{F50C4635-5C0A-4C07-B5AD-BABD96009847}" type="pres">
      <dgm:prSet presAssocID="{3078DB00-0C2A-4587-8661-74E5E36CBCA7}" presName="spaceBetweenRectangles" presStyleCnt="0"/>
      <dgm:spPr/>
    </dgm:pt>
    <dgm:pt modelId="{5667DB6C-E90F-44DB-BFD7-8570D48D28D4}" type="pres">
      <dgm:prSet presAssocID="{A59C9EB4-4836-41EA-88FC-E68E29755DEF}" presName="composite" presStyleCnt="0"/>
      <dgm:spPr/>
    </dgm:pt>
    <dgm:pt modelId="{88F6D506-033B-4CA4-9572-41E373A6B43C}" type="pres">
      <dgm:prSet presAssocID="{A59C9EB4-4836-41EA-88FC-E68E29755DEF}" presName="L1TextContainer" presStyleLbl="alignNode1" presStyleIdx="4" presStyleCnt="7">
        <dgm:presLayoutVars>
          <dgm:chMax val="1"/>
          <dgm:chPref val="1"/>
          <dgm:bulletEnabled val="1"/>
        </dgm:presLayoutVars>
      </dgm:prSet>
      <dgm:spPr/>
    </dgm:pt>
    <dgm:pt modelId="{E3303ED6-54B9-4518-AD7C-3197102106EF}" type="pres">
      <dgm:prSet presAssocID="{A59C9EB4-4836-41EA-88FC-E68E29755DEF}" presName="L2TextContainerWrapper" presStyleCnt="0">
        <dgm:presLayoutVars>
          <dgm:bulletEnabled val="1"/>
        </dgm:presLayoutVars>
      </dgm:prSet>
      <dgm:spPr/>
    </dgm:pt>
    <dgm:pt modelId="{FE14A9FC-66E7-4679-B63E-054F98E59204}" type="pres">
      <dgm:prSet presAssocID="{A59C9EB4-4836-41EA-88FC-E68E29755DEF}" presName="L2TextContainer" presStyleLbl="bgAccFollowNode1" presStyleIdx="4" presStyleCnt="7"/>
      <dgm:spPr/>
    </dgm:pt>
    <dgm:pt modelId="{8F1DAFAE-685A-4EC1-8FC0-2EE182F59B78}" type="pres">
      <dgm:prSet presAssocID="{A59C9EB4-4836-41EA-88FC-E68E29755DEF}" presName="FlexibleEmptyPlaceHolder" presStyleCnt="0"/>
      <dgm:spPr/>
    </dgm:pt>
    <dgm:pt modelId="{4702B22B-8EB6-4454-9F8E-9A963F32B8A1}" type="pres">
      <dgm:prSet presAssocID="{A59C9EB4-4836-41EA-88FC-E68E29755DEF}" presName="ConnectLine" presStyleLbl="sibTrans1D1" presStyleIdx="4" presStyleCnt="7"/>
      <dgm:spPr>
        <a:ln w="19050">
          <a:solidFill>
            <a:schemeClr val="bg2"/>
          </a:solidFill>
        </a:ln>
      </dgm:spPr>
    </dgm:pt>
    <dgm:pt modelId="{F2E81385-B138-4A59-9452-A3C9AC4F2012}" type="pres">
      <dgm:prSet presAssocID="{A59C9EB4-4836-41EA-88FC-E68E29755DEF}" presName="ConnectorPoint" presStyleLbl="node1" presStyleIdx="4" presStyleCnt="7"/>
      <dgm:spPr>
        <a:prstGeom prst="ellipse">
          <a:avLst/>
        </a:prstGeom>
        <a:solidFill>
          <a:schemeClr val="accent2"/>
        </a:solidFill>
        <a:ln w="6350" cap="flat" cmpd="sng" algn="ctr">
          <a:noFill/>
          <a:prstDash val="solid"/>
          <a:miter lim="800000"/>
        </a:ln>
        <a:effectLst/>
      </dgm:spPr>
    </dgm:pt>
    <dgm:pt modelId="{00C34F8E-67EA-485C-B754-5C6C9BC871C5}" type="pres">
      <dgm:prSet presAssocID="{A59C9EB4-4836-41EA-88FC-E68E29755DEF}" presName="EmptyPlaceHolder" presStyleCnt="0"/>
      <dgm:spPr/>
    </dgm:pt>
    <dgm:pt modelId="{E2C470F7-A894-4A64-A64E-235B0E510421}" type="pres">
      <dgm:prSet presAssocID="{62C75627-0A71-4E35-B62B-749D8AB3C189}" presName="spaceBetweenRectangles" presStyleCnt="0"/>
      <dgm:spPr/>
    </dgm:pt>
    <dgm:pt modelId="{6AA3FB3F-E213-4147-93D1-22B952CDFE17}" type="pres">
      <dgm:prSet presAssocID="{2DC4903D-31E8-4ED6-875F-63877788B702}" presName="composite" presStyleCnt="0"/>
      <dgm:spPr/>
    </dgm:pt>
    <dgm:pt modelId="{270971D8-F05B-4392-88C0-D9921BB5F6B0}" type="pres">
      <dgm:prSet presAssocID="{2DC4903D-31E8-4ED6-875F-63877788B702}" presName="L1TextContainer" presStyleLbl="alignNode1" presStyleIdx="5" presStyleCnt="7">
        <dgm:presLayoutVars>
          <dgm:chMax val="1"/>
          <dgm:chPref val="1"/>
          <dgm:bulletEnabled val="1"/>
        </dgm:presLayoutVars>
      </dgm:prSet>
      <dgm:spPr/>
    </dgm:pt>
    <dgm:pt modelId="{68B34C20-0EE9-4A51-9634-702BEA794899}" type="pres">
      <dgm:prSet presAssocID="{2DC4903D-31E8-4ED6-875F-63877788B702}" presName="L2TextContainerWrapper" presStyleCnt="0">
        <dgm:presLayoutVars>
          <dgm:bulletEnabled val="1"/>
        </dgm:presLayoutVars>
      </dgm:prSet>
      <dgm:spPr/>
    </dgm:pt>
    <dgm:pt modelId="{1D60394B-1800-4790-9694-08B1C1D1B34D}" type="pres">
      <dgm:prSet presAssocID="{2DC4903D-31E8-4ED6-875F-63877788B702}" presName="L2TextContainer" presStyleLbl="bgAccFollowNode1" presStyleIdx="5" presStyleCnt="7"/>
      <dgm:spPr/>
    </dgm:pt>
    <dgm:pt modelId="{F7828579-24D8-4EC2-A1D6-344D5AD522E4}" type="pres">
      <dgm:prSet presAssocID="{2DC4903D-31E8-4ED6-875F-63877788B702}" presName="FlexibleEmptyPlaceHolder" presStyleCnt="0"/>
      <dgm:spPr/>
    </dgm:pt>
    <dgm:pt modelId="{59F1EF41-14EA-48EE-A559-118169DBDB24}" type="pres">
      <dgm:prSet presAssocID="{2DC4903D-31E8-4ED6-875F-63877788B702}" presName="ConnectLine" presStyleLbl="sibTrans1D1" presStyleIdx="5" presStyleCnt="7"/>
      <dgm:spPr>
        <a:ln w="19050">
          <a:solidFill>
            <a:schemeClr val="bg2"/>
          </a:solidFill>
        </a:ln>
      </dgm:spPr>
    </dgm:pt>
    <dgm:pt modelId="{8E0947F0-E28B-4B2E-B1D6-BFEED1AF012B}" type="pres">
      <dgm:prSet presAssocID="{2DC4903D-31E8-4ED6-875F-63877788B702}" presName="ConnectorPoint" presStyleLbl="node1" presStyleIdx="5" presStyleCnt="7"/>
      <dgm:spPr>
        <a:prstGeom prst="ellipse">
          <a:avLst/>
        </a:prstGeom>
        <a:solidFill>
          <a:schemeClr val="accent2"/>
        </a:solidFill>
        <a:ln w="6350" cap="flat" cmpd="sng" algn="ctr">
          <a:noFill/>
          <a:prstDash val="solid"/>
          <a:miter lim="800000"/>
        </a:ln>
        <a:effectLst/>
      </dgm:spPr>
    </dgm:pt>
    <dgm:pt modelId="{6BA99215-8D0D-4B24-ACDB-B8619064A20A}" type="pres">
      <dgm:prSet presAssocID="{2DC4903D-31E8-4ED6-875F-63877788B702}" presName="EmptyPlaceHolder" presStyleCnt="0"/>
      <dgm:spPr/>
    </dgm:pt>
    <dgm:pt modelId="{9B2B8A77-95BF-4B3D-B7A2-74A64BEAD033}" type="pres">
      <dgm:prSet presAssocID="{EBFDEA83-93E5-4D72-A672-078838B258F5}" presName="spaceBetweenRectangles" presStyleCnt="0"/>
      <dgm:spPr/>
    </dgm:pt>
    <dgm:pt modelId="{CB500B18-4CCC-44D0-A7EE-E63EC340604C}" type="pres">
      <dgm:prSet presAssocID="{8A93A940-284B-49B0-9D89-5FA2B3B3C7E5}" presName="composite" presStyleCnt="0"/>
      <dgm:spPr/>
    </dgm:pt>
    <dgm:pt modelId="{A7F04B95-81DC-4C70-990B-FEE82F4C63E7}" type="pres">
      <dgm:prSet presAssocID="{8A93A940-284B-49B0-9D89-5FA2B3B3C7E5}" presName="L1TextContainer" presStyleLbl="alignNode1" presStyleIdx="6" presStyleCnt="7">
        <dgm:presLayoutVars>
          <dgm:chMax val="1"/>
          <dgm:chPref val="1"/>
          <dgm:bulletEnabled val="1"/>
        </dgm:presLayoutVars>
      </dgm:prSet>
      <dgm:spPr/>
    </dgm:pt>
    <dgm:pt modelId="{16384FAB-C600-47F1-91A6-2EF972F345F9}" type="pres">
      <dgm:prSet presAssocID="{8A93A940-284B-49B0-9D89-5FA2B3B3C7E5}" presName="L2TextContainerWrapper" presStyleCnt="0">
        <dgm:presLayoutVars>
          <dgm:bulletEnabled val="1"/>
        </dgm:presLayoutVars>
      </dgm:prSet>
      <dgm:spPr/>
    </dgm:pt>
    <dgm:pt modelId="{725F2AEF-0925-4411-A89A-5976D96BC3B1}" type="pres">
      <dgm:prSet presAssocID="{8A93A940-284B-49B0-9D89-5FA2B3B3C7E5}" presName="L2TextContainer" presStyleLbl="bgAccFollowNode1" presStyleIdx="6" presStyleCnt="7"/>
      <dgm:spPr/>
    </dgm:pt>
    <dgm:pt modelId="{F1CEE27F-E297-4972-B373-BDB021CAF74B}" type="pres">
      <dgm:prSet presAssocID="{8A93A940-284B-49B0-9D89-5FA2B3B3C7E5}" presName="FlexibleEmptyPlaceHolder" presStyleCnt="0"/>
      <dgm:spPr/>
    </dgm:pt>
    <dgm:pt modelId="{3F1F843F-8CAA-4ECF-B5A2-211D6C43D3C6}" type="pres">
      <dgm:prSet presAssocID="{8A93A940-284B-49B0-9D89-5FA2B3B3C7E5}" presName="ConnectLine" presStyleLbl="sibTrans1D1" presStyleIdx="6" presStyleCnt="7"/>
      <dgm:spPr>
        <a:ln w="19050">
          <a:solidFill>
            <a:schemeClr val="bg2"/>
          </a:solidFill>
        </a:ln>
      </dgm:spPr>
    </dgm:pt>
    <dgm:pt modelId="{53B98CC0-1029-46A6-8053-0933F88F7705}" type="pres">
      <dgm:prSet presAssocID="{8A93A940-284B-49B0-9D89-5FA2B3B3C7E5}" presName="ConnectorPoint" presStyleLbl="node1" presStyleIdx="6" presStyleCnt="7"/>
      <dgm:spPr>
        <a:prstGeom prst="ellipse">
          <a:avLst/>
        </a:prstGeom>
        <a:solidFill>
          <a:schemeClr val="accent2"/>
        </a:solidFill>
        <a:ln w="6350" cap="flat" cmpd="sng" algn="ctr">
          <a:noFill/>
          <a:prstDash val="solid"/>
          <a:miter lim="800000"/>
        </a:ln>
        <a:effectLst/>
      </dgm:spPr>
    </dgm:pt>
    <dgm:pt modelId="{ED7FD386-E91E-4500-9B1B-A5B2EA2DCD9E}" type="pres">
      <dgm:prSet presAssocID="{8A93A940-284B-49B0-9D89-5FA2B3B3C7E5}" presName="EmptyPlaceHolder" presStyleCnt="0"/>
      <dgm:spPr/>
    </dgm:pt>
  </dgm:ptLst>
  <dgm:cxnLst>
    <dgm:cxn modelId="{EADCFF1E-172D-4C2D-BDB4-9D2B19597296}" type="presOf" srcId="{47BE8E0B-496B-44FC-825E-C2A10D821DC9}" destId="{A01D9671-7007-4F3F-98D6-A9730C5B45E4}" srcOrd="0" destOrd="0" presId="urn:microsoft.com/office/officeart/2017/3/layout/HorizontalLabelsTimeline"/>
    <dgm:cxn modelId="{C2A8B52A-540B-46B5-A43B-27FAF06A13EF}" srcId="{FF3CD410-5E2E-4080-A893-907D31D22CB3}" destId="{A59C9EB4-4836-41EA-88FC-E68E29755DEF}" srcOrd="4" destOrd="0" parTransId="{C486CA18-5D6B-49AD-B92C-52313E993EC5}" sibTransId="{62C75627-0A71-4E35-B62B-749D8AB3C189}"/>
    <dgm:cxn modelId="{5A3B2130-5035-4E61-92B1-343AA432C9DF}" srcId="{FF3CD410-5E2E-4080-A893-907D31D22CB3}" destId="{454D56AF-0D14-43A4-A4AA-2274946C5116}" srcOrd="2" destOrd="0" parTransId="{340931FA-0A09-49B9-99A7-6650F93FDC08}" sibTransId="{511F28C0-50D9-4CBB-862C-2AD0ACC17105}"/>
    <dgm:cxn modelId="{33DFDD33-182D-44AF-9877-B1DCECE3CC9D}" srcId="{FF3CD410-5E2E-4080-A893-907D31D22CB3}" destId="{A7F4784E-75AE-4F03-B342-C71355D1ACCF}" srcOrd="3" destOrd="0" parTransId="{E8170CB0-7D27-4024-BF4D-F79F86202313}" sibTransId="{3078DB00-0C2A-4587-8661-74E5E36CBCA7}"/>
    <dgm:cxn modelId="{4F0EAB3D-D6DC-4270-A428-F626A2666D2A}" type="presOf" srcId="{8A93A940-284B-49B0-9D89-5FA2B3B3C7E5}" destId="{A7F04B95-81DC-4C70-990B-FEE82F4C63E7}" srcOrd="0" destOrd="0" presId="urn:microsoft.com/office/officeart/2017/3/layout/HorizontalLabelsTimeline"/>
    <dgm:cxn modelId="{C436E05B-3981-4E5A-BD66-5DBD06BC52A1}" type="presOf" srcId="{F01D5F9E-ABC5-4560-ACB4-E6CFBC60BFF2}" destId="{5C68C37A-C349-49AE-97A1-63D110D2C7D1}" srcOrd="0" destOrd="0" presId="urn:microsoft.com/office/officeart/2017/3/layout/HorizontalLabelsTimeline"/>
    <dgm:cxn modelId="{982D7B44-1518-4DD0-82D4-8A3901DD95E9}" srcId="{FF3CD410-5E2E-4080-A893-907D31D22CB3}" destId="{8A93A940-284B-49B0-9D89-5FA2B3B3C7E5}" srcOrd="6" destOrd="0" parTransId="{CD96219D-3688-4138-ACC9-901ED9FEACCC}" sibTransId="{E0447E4A-3C15-4884-AEBE-804149EBD331}"/>
    <dgm:cxn modelId="{4B61AF65-3991-4A24-9475-D4AA0127738F}" srcId="{FF3CD410-5E2E-4080-A893-907D31D22CB3}" destId="{F01D5F9E-ABC5-4560-ACB4-E6CFBC60BFF2}" srcOrd="1" destOrd="0" parTransId="{FEAC3315-4B36-4E3C-89B3-70A50C7F13CC}" sibTransId="{36ABC0D0-B41E-401C-840C-2AFBE73989B4}"/>
    <dgm:cxn modelId="{A319CB69-6926-431D-A805-EACBFA83FA66}" srcId="{FF3CD410-5E2E-4080-A893-907D31D22CB3}" destId="{2DC4903D-31E8-4ED6-875F-63877788B702}" srcOrd="5" destOrd="0" parTransId="{A18F8C20-9A13-44DB-9E45-C2DE49ACE5D9}" sibTransId="{EBFDEA83-93E5-4D72-A672-078838B258F5}"/>
    <dgm:cxn modelId="{935F274E-0D61-4EDD-92A7-9CA37702DC15}" type="presOf" srcId="{2DC4903D-31E8-4ED6-875F-63877788B702}" destId="{270971D8-F05B-4392-88C0-D9921BB5F6B0}" srcOrd="0" destOrd="0" presId="urn:microsoft.com/office/officeart/2017/3/layout/HorizontalLabelsTimeline"/>
    <dgm:cxn modelId="{24FE186F-F804-46F5-9C2D-96C1655A06BB}" type="presOf" srcId="{FF3CD410-5E2E-4080-A893-907D31D22CB3}" destId="{687CC7BD-79EF-4A0F-BDD3-809BFA49E6BE}" srcOrd="0" destOrd="0" presId="urn:microsoft.com/office/officeart/2017/3/layout/HorizontalLabelsTimeline"/>
    <dgm:cxn modelId="{B9B38C7F-D679-4A39-B742-6501D3961044}" srcId="{454D56AF-0D14-43A4-A4AA-2274946C5116}" destId="{3280BE73-5C4D-4941-9102-E5930904556F}" srcOrd="0" destOrd="0" parTransId="{596FE3BE-79D4-47E4-8416-EDF8385B1DE9}" sibTransId="{8E22D1FB-CF90-47F0-B06E-C66C75D54226}"/>
    <dgm:cxn modelId="{59B27383-B045-4BF7-93D0-B9D2CB156BC5}" type="presOf" srcId="{1827863D-2FA1-48D1-81C4-0E7D31ADB47E}" destId="{95B1E40E-26D9-44C8-A99F-14EA44505DF3}" srcOrd="0" destOrd="0" presId="urn:microsoft.com/office/officeart/2017/3/layout/HorizontalLabelsTimeline"/>
    <dgm:cxn modelId="{270F1A8F-053B-4B29-B86C-B8D01B394942}" type="presOf" srcId="{CF564C6C-7771-4FD5-B851-B5B84730268F}" destId="{FE14A9FC-66E7-4679-B63E-054F98E59204}" srcOrd="0" destOrd="0" presId="urn:microsoft.com/office/officeart/2017/3/layout/HorizontalLabelsTimeline"/>
    <dgm:cxn modelId="{6AEB3B94-8522-4F42-A6BC-BC55C5AED92F}" srcId="{8A93A940-284B-49B0-9D89-5FA2B3B3C7E5}" destId="{6BA5F3BE-D53A-42E0-A7FE-674B99BD07E6}" srcOrd="0" destOrd="0" parTransId="{9484BBA1-86EE-4AA2-B94A-A26EED0EFB1E}" sibTransId="{48C67DB7-8AA6-454C-83AE-A16B3B9F45FF}"/>
    <dgm:cxn modelId="{47F4D29A-7D65-4C2F-8677-61780F0F1118}" srcId="{F01D5F9E-ABC5-4560-ACB4-E6CFBC60BFF2}" destId="{47BE8E0B-496B-44FC-825E-C2A10D821DC9}" srcOrd="0" destOrd="0" parTransId="{26C37286-A207-4C3A-8F03-B64C4EB72DB8}" sibTransId="{258C30B8-1EDE-458F-9BAB-BD0E5C8E1BF9}"/>
    <dgm:cxn modelId="{68D35F9D-DABF-4E5A-94D4-F988D8E84907}" srcId="{D423FB80-F2BD-4DDE-80B1-76F84FE09A02}" destId="{245E128E-7700-4C91-9411-CDD1DCA94D67}" srcOrd="0" destOrd="0" parTransId="{B4D95EBA-0423-4AFA-B379-E030341B1F23}" sibTransId="{4963BA97-D4C5-477B-9B0D-68DB38F61579}"/>
    <dgm:cxn modelId="{2C87A39F-871C-45C6-8C22-A8C358151D70}" type="presOf" srcId="{A7F4784E-75AE-4F03-B342-C71355D1ACCF}" destId="{CBCB6B30-5D46-4B19-B9DE-C0B7FB057712}" srcOrd="0" destOrd="0" presId="urn:microsoft.com/office/officeart/2017/3/layout/HorizontalLabelsTimeline"/>
    <dgm:cxn modelId="{078029A2-947D-4D6B-B786-5B31CB659BA9}" type="presOf" srcId="{A59C9EB4-4836-41EA-88FC-E68E29755DEF}" destId="{88F6D506-033B-4CA4-9572-41E373A6B43C}" srcOrd="0" destOrd="0" presId="urn:microsoft.com/office/officeart/2017/3/layout/HorizontalLabelsTimeline"/>
    <dgm:cxn modelId="{F235FFA2-7CA0-45AA-B8F8-6565B3CBFFC6}" type="presOf" srcId="{6BA5F3BE-D53A-42E0-A7FE-674B99BD07E6}" destId="{725F2AEF-0925-4411-A89A-5976D96BC3B1}" srcOrd="0" destOrd="0" presId="urn:microsoft.com/office/officeart/2017/3/layout/HorizontalLabelsTimeline"/>
    <dgm:cxn modelId="{7749B4AD-5089-49E7-8F6B-1B2382C9B50E}" srcId="{A7F4784E-75AE-4F03-B342-C71355D1ACCF}" destId="{1827863D-2FA1-48D1-81C4-0E7D31ADB47E}" srcOrd="0" destOrd="0" parTransId="{B426C98F-7250-4E9E-84CB-E9FC83F8CB06}" sibTransId="{D0D7EB30-49F6-43D6-AF40-1B9302B3ADF0}"/>
    <dgm:cxn modelId="{5BF3B7B1-A779-4E2D-8625-77DE0CA38FEE}" srcId="{FF3CD410-5E2E-4080-A893-907D31D22CB3}" destId="{D423FB80-F2BD-4DDE-80B1-76F84FE09A02}" srcOrd="0" destOrd="0" parTransId="{9B1CA3FF-D252-4AF5-8F50-CFC93ACA9175}" sibTransId="{EBE862E1-9761-4AA7-AA00-BD79FA3B27DD}"/>
    <dgm:cxn modelId="{F68895C0-3F1F-4678-B72B-DB82A8D7873D}" type="presOf" srcId="{245E128E-7700-4C91-9411-CDD1DCA94D67}" destId="{255B3FC7-BD87-4810-87ED-7952D0F23157}" srcOrd="0" destOrd="0" presId="urn:microsoft.com/office/officeart/2017/3/layout/HorizontalLabelsTimeline"/>
    <dgm:cxn modelId="{607143D0-C26B-448B-8E8C-A8A46198F0C6}" srcId="{2DC4903D-31E8-4ED6-875F-63877788B702}" destId="{A9FB790A-3E33-4887-962E-7206A01AD84F}" srcOrd="0" destOrd="0" parTransId="{2E34BE83-4A83-4B5F-8976-D4AC57FE5007}" sibTransId="{A18338C2-0675-4B1C-898F-3D939F41C34C}"/>
    <dgm:cxn modelId="{186572D2-DD3E-469C-B4C6-FC405845D66C}" type="presOf" srcId="{3280BE73-5C4D-4941-9102-E5930904556F}" destId="{04897CD2-CF6F-4A55-8E79-1E7393B07B06}" srcOrd="0" destOrd="0" presId="urn:microsoft.com/office/officeart/2017/3/layout/HorizontalLabelsTimeline"/>
    <dgm:cxn modelId="{0850A4D5-F517-4BE2-AE27-9281E3729461}" type="presOf" srcId="{454D56AF-0D14-43A4-A4AA-2274946C5116}" destId="{C5503B6E-C1DB-44F5-ABB8-38EF445ED1E8}" srcOrd="0" destOrd="0" presId="urn:microsoft.com/office/officeart/2017/3/layout/HorizontalLabelsTimeline"/>
    <dgm:cxn modelId="{5F80C7E1-A7BD-418E-A665-3DAF3DEDF5A4}" srcId="{A59C9EB4-4836-41EA-88FC-E68E29755DEF}" destId="{CF564C6C-7771-4FD5-B851-B5B84730268F}" srcOrd="0" destOrd="0" parTransId="{5A57A755-D716-4DC9-9A51-20693042AFC8}" sibTransId="{024A7FBC-BB10-4242-BAF3-82678A4C13DA}"/>
    <dgm:cxn modelId="{913E9CE7-B8A6-4506-ADA2-FB6349E99383}" type="presOf" srcId="{A9FB790A-3E33-4887-962E-7206A01AD84F}" destId="{1D60394B-1800-4790-9694-08B1C1D1B34D}" srcOrd="0" destOrd="0" presId="urn:microsoft.com/office/officeart/2017/3/layout/HorizontalLabelsTimeline"/>
    <dgm:cxn modelId="{FAEC57FD-E661-46F9-8FC2-72568E9086CE}" type="presOf" srcId="{D423FB80-F2BD-4DDE-80B1-76F84FE09A02}" destId="{64E37A6A-8F95-4F28-92FC-1FE8089D7DAF}" srcOrd="0" destOrd="0" presId="urn:microsoft.com/office/officeart/2017/3/layout/HorizontalLabelsTimeline"/>
    <dgm:cxn modelId="{41A1825C-6B33-4866-A7F1-A86BC36862B3}" type="presParOf" srcId="{687CC7BD-79EF-4A0F-BDD3-809BFA49E6BE}" destId="{6168B371-2815-4661-9209-F8A29814ADCC}" srcOrd="0" destOrd="0" presId="urn:microsoft.com/office/officeart/2017/3/layout/HorizontalLabelsTimeline"/>
    <dgm:cxn modelId="{281FC94C-5AAC-413C-803D-BB6EEF9AD3A6}" type="presParOf" srcId="{687CC7BD-79EF-4A0F-BDD3-809BFA49E6BE}" destId="{4C5F54B5-504F-4069-AF1D-9A370FBD268C}" srcOrd="1" destOrd="0" presId="urn:microsoft.com/office/officeart/2017/3/layout/HorizontalLabelsTimeline"/>
    <dgm:cxn modelId="{CFDEA283-4601-4089-8563-A85225CFEF1D}" type="presParOf" srcId="{4C5F54B5-504F-4069-AF1D-9A370FBD268C}" destId="{34539F78-7536-446A-B749-4315D26F2C4E}" srcOrd="0" destOrd="0" presId="urn:microsoft.com/office/officeart/2017/3/layout/HorizontalLabelsTimeline"/>
    <dgm:cxn modelId="{8A5756AD-D676-4F95-8A8A-CDE3EA13E14C}" type="presParOf" srcId="{34539F78-7536-446A-B749-4315D26F2C4E}" destId="{64E37A6A-8F95-4F28-92FC-1FE8089D7DAF}" srcOrd="0" destOrd="0" presId="urn:microsoft.com/office/officeart/2017/3/layout/HorizontalLabelsTimeline"/>
    <dgm:cxn modelId="{C64DD621-F766-410D-81AE-A692FE379207}" type="presParOf" srcId="{34539F78-7536-446A-B749-4315D26F2C4E}" destId="{301B11E7-9AB9-40DA-A950-87C47281308D}" srcOrd="1" destOrd="0" presId="urn:microsoft.com/office/officeart/2017/3/layout/HorizontalLabelsTimeline"/>
    <dgm:cxn modelId="{72141621-AC11-4C6D-A617-B6CF19C76AAE}" type="presParOf" srcId="{301B11E7-9AB9-40DA-A950-87C47281308D}" destId="{255B3FC7-BD87-4810-87ED-7952D0F23157}" srcOrd="0" destOrd="0" presId="urn:microsoft.com/office/officeart/2017/3/layout/HorizontalLabelsTimeline"/>
    <dgm:cxn modelId="{C728B947-ADB2-406E-9206-93298476CEFD}" type="presParOf" srcId="{301B11E7-9AB9-40DA-A950-87C47281308D}" destId="{4B545162-9690-412E-B970-54DA905B44AF}" srcOrd="1" destOrd="0" presId="urn:microsoft.com/office/officeart/2017/3/layout/HorizontalLabelsTimeline"/>
    <dgm:cxn modelId="{9B7FD2A9-25B9-477B-AC6A-FE14BD3BFF32}" type="presParOf" srcId="{34539F78-7536-446A-B749-4315D26F2C4E}" destId="{DF478A7F-4668-4E0A-86F7-C1205CF5AA73}" srcOrd="2" destOrd="0" presId="urn:microsoft.com/office/officeart/2017/3/layout/HorizontalLabelsTimeline"/>
    <dgm:cxn modelId="{A1F8B173-85E4-4ED9-BFF5-CF116D6F7CE3}" type="presParOf" srcId="{34539F78-7536-446A-B749-4315D26F2C4E}" destId="{6D7F9BE3-3008-4E5E-96F3-C71D72649902}" srcOrd="3" destOrd="0" presId="urn:microsoft.com/office/officeart/2017/3/layout/HorizontalLabelsTimeline"/>
    <dgm:cxn modelId="{74F580D4-41FC-4B1B-82E4-22FCC2246045}" type="presParOf" srcId="{34539F78-7536-446A-B749-4315D26F2C4E}" destId="{02633C3C-6589-41FB-998C-85A7548107A4}" srcOrd="4" destOrd="0" presId="urn:microsoft.com/office/officeart/2017/3/layout/HorizontalLabelsTimeline"/>
    <dgm:cxn modelId="{ACB72553-49A5-440C-B1C8-D7D8CFF44BD6}" type="presParOf" srcId="{4C5F54B5-504F-4069-AF1D-9A370FBD268C}" destId="{41467129-B2CC-4E38-A5B2-56D30FA28409}" srcOrd="1" destOrd="0" presId="urn:microsoft.com/office/officeart/2017/3/layout/HorizontalLabelsTimeline"/>
    <dgm:cxn modelId="{25113ECB-44A4-43A3-B2D0-D47302F35B26}" type="presParOf" srcId="{4C5F54B5-504F-4069-AF1D-9A370FBD268C}" destId="{C7F26193-F277-4FC2-96E8-E896E5EFC9BC}" srcOrd="2" destOrd="0" presId="urn:microsoft.com/office/officeart/2017/3/layout/HorizontalLabelsTimeline"/>
    <dgm:cxn modelId="{AEF2036D-29F6-4431-8357-64776A18B655}" type="presParOf" srcId="{C7F26193-F277-4FC2-96E8-E896E5EFC9BC}" destId="{5C68C37A-C349-49AE-97A1-63D110D2C7D1}" srcOrd="0" destOrd="0" presId="urn:microsoft.com/office/officeart/2017/3/layout/HorizontalLabelsTimeline"/>
    <dgm:cxn modelId="{51F9D33C-AECD-4F33-B2DA-43CF6B93002F}" type="presParOf" srcId="{C7F26193-F277-4FC2-96E8-E896E5EFC9BC}" destId="{3E3F09C6-0C94-40B1-A308-6929444363D4}" srcOrd="1" destOrd="0" presId="urn:microsoft.com/office/officeart/2017/3/layout/HorizontalLabelsTimeline"/>
    <dgm:cxn modelId="{17B9A51D-D490-4C54-B91D-5CD40783571D}" type="presParOf" srcId="{3E3F09C6-0C94-40B1-A308-6929444363D4}" destId="{A01D9671-7007-4F3F-98D6-A9730C5B45E4}" srcOrd="0" destOrd="0" presId="urn:microsoft.com/office/officeart/2017/3/layout/HorizontalLabelsTimeline"/>
    <dgm:cxn modelId="{A6AAA60B-E979-47B8-A997-DB62C715690F}" type="presParOf" srcId="{3E3F09C6-0C94-40B1-A308-6929444363D4}" destId="{65C95A24-31B5-46D2-BCB4-07372ABDD6F2}" srcOrd="1" destOrd="0" presId="urn:microsoft.com/office/officeart/2017/3/layout/HorizontalLabelsTimeline"/>
    <dgm:cxn modelId="{05694172-1DAF-4D9C-BBD9-0794366FCD56}" type="presParOf" srcId="{C7F26193-F277-4FC2-96E8-E896E5EFC9BC}" destId="{D4347EDB-4883-4C4B-A672-6266C9702B5A}" srcOrd="2" destOrd="0" presId="urn:microsoft.com/office/officeart/2017/3/layout/HorizontalLabelsTimeline"/>
    <dgm:cxn modelId="{BC9943FE-1230-4FDB-A7D8-898D013B9350}" type="presParOf" srcId="{C7F26193-F277-4FC2-96E8-E896E5EFC9BC}" destId="{D10813CD-B7B7-4CC7-9B2D-B5AE3D30A4DA}" srcOrd="3" destOrd="0" presId="urn:microsoft.com/office/officeart/2017/3/layout/HorizontalLabelsTimeline"/>
    <dgm:cxn modelId="{084C9897-3EE7-44CF-9F38-C9A562B67975}" type="presParOf" srcId="{C7F26193-F277-4FC2-96E8-E896E5EFC9BC}" destId="{143FACBA-FB69-402B-8D92-68DCE90EA86A}" srcOrd="4" destOrd="0" presId="urn:microsoft.com/office/officeart/2017/3/layout/HorizontalLabelsTimeline"/>
    <dgm:cxn modelId="{3DFFAC5F-0847-4E2F-A4CD-4FB95268ED8C}" type="presParOf" srcId="{4C5F54B5-504F-4069-AF1D-9A370FBD268C}" destId="{0587E036-7F91-482C-9B0A-860FD4CCD0E2}" srcOrd="3" destOrd="0" presId="urn:microsoft.com/office/officeart/2017/3/layout/HorizontalLabelsTimeline"/>
    <dgm:cxn modelId="{0C2CFEA1-3FB4-47D5-BA0C-2B2C20EB640F}" type="presParOf" srcId="{4C5F54B5-504F-4069-AF1D-9A370FBD268C}" destId="{795AD8F1-7B20-410C-90F4-2E04F4F4C93D}" srcOrd="4" destOrd="0" presId="urn:microsoft.com/office/officeart/2017/3/layout/HorizontalLabelsTimeline"/>
    <dgm:cxn modelId="{5EA692BD-507A-40EE-B699-B1F92E600F62}" type="presParOf" srcId="{795AD8F1-7B20-410C-90F4-2E04F4F4C93D}" destId="{C5503B6E-C1DB-44F5-ABB8-38EF445ED1E8}" srcOrd="0" destOrd="0" presId="urn:microsoft.com/office/officeart/2017/3/layout/HorizontalLabelsTimeline"/>
    <dgm:cxn modelId="{84215AA0-8ED4-45B6-8451-521906DE0059}" type="presParOf" srcId="{795AD8F1-7B20-410C-90F4-2E04F4F4C93D}" destId="{FD7DE90B-3DDE-4250-BB93-6AFB95DB30C9}" srcOrd="1" destOrd="0" presId="urn:microsoft.com/office/officeart/2017/3/layout/HorizontalLabelsTimeline"/>
    <dgm:cxn modelId="{CD1AF92D-7CB7-4156-9C24-3DD50EA4D129}" type="presParOf" srcId="{FD7DE90B-3DDE-4250-BB93-6AFB95DB30C9}" destId="{04897CD2-CF6F-4A55-8E79-1E7393B07B06}" srcOrd="0" destOrd="0" presId="urn:microsoft.com/office/officeart/2017/3/layout/HorizontalLabelsTimeline"/>
    <dgm:cxn modelId="{E596D201-A9A8-46AA-BA6C-731E186DBB6C}" type="presParOf" srcId="{FD7DE90B-3DDE-4250-BB93-6AFB95DB30C9}" destId="{30F499EF-86B9-43D4-9E36-2ADCD18D3C55}" srcOrd="1" destOrd="0" presId="urn:microsoft.com/office/officeart/2017/3/layout/HorizontalLabelsTimeline"/>
    <dgm:cxn modelId="{7D0F95A1-0D0D-4B3A-AD37-1D9E68A59E7B}" type="presParOf" srcId="{795AD8F1-7B20-410C-90F4-2E04F4F4C93D}" destId="{73ACB8E4-FFC1-49E5-BB46-1EBD63F3BF67}" srcOrd="2" destOrd="0" presId="urn:microsoft.com/office/officeart/2017/3/layout/HorizontalLabelsTimeline"/>
    <dgm:cxn modelId="{A5FB3F07-307E-4B9C-AF1B-722131ED4362}" type="presParOf" srcId="{795AD8F1-7B20-410C-90F4-2E04F4F4C93D}" destId="{FE89438A-B301-4219-9492-D30967496E8F}" srcOrd="3" destOrd="0" presId="urn:microsoft.com/office/officeart/2017/3/layout/HorizontalLabelsTimeline"/>
    <dgm:cxn modelId="{2F2BB858-3070-4463-950E-16B32D1FC1A0}" type="presParOf" srcId="{795AD8F1-7B20-410C-90F4-2E04F4F4C93D}" destId="{80E00C49-A058-42B1-B4A9-8FC8989D4F58}" srcOrd="4" destOrd="0" presId="urn:microsoft.com/office/officeart/2017/3/layout/HorizontalLabelsTimeline"/>
    <dgm:cxn modelId="{4CFFAECA-C6E6-463A-90AA-C4DEAB87918A}" type="presParOf" srcId="{4C5F54B5-504F-4069-AF1D-9A370FBD268C}" destId="{396E0C2C-79C3-4FCA-B5E5-8B3C2758C30F}" srcOrd="5" destOrd="0" presId="urn:microsoft.com/office/officeart/2017/3/layout/HorizontalLabelsTimeline"/>
    <dgm:cxn modelId="{28A719F5-6237-4C83-8EB7-BB9ACE657CCA}" type="presParOf" srcId="{4C5F54B5-504F-4069-AF1D-9A370FBD268C}" destId="{866B658A-D972-4AD8-A7E6-4082FD2CB001}" srcOrd="6" destOrd="0" presId="urn:microsoft.com/office/officeart/2017/3/layout/HorizontalLabelsTimeline"/>
    <dgm:cxn modelId="{E55C2317-CDB7-4C64-95C4-C04303FBB96A}" type="presParOf" srcId="{866B658A-D972-4AD8-A7E6-4082FD2CB001}" destId="{CBCB6B30-5D46-4B19-B9DE-C0B7FB057712}" srcOrd="0" destOrd="0" presId="urn:microsoft.com/office/officeart/2017/3/layout/HorizontalLabelsTimeline"/>
    <dgm:cxn modelId="{2E742A39-B2D8-41E7-938B-B4FE7E0F1794}" type="presParOf" srcId="{866B658A-D972-4AD8-A7E6-4082FD2CB001}" destId="{746F6004-1265-4B16-B698-179F0477DB3D}" srcOrd="1" destOrd="0" presId="urn:microsoft.com/office/officeart/2017/3/layout/HorizontalLabelsTimeline"/>
    <dgm:cxn modelId="{000BAB58-4AA6-43D9-89B5-0C604F29C6EA}" type="presParOf" srcId="{746F6004-1265-4B16-B698-179F0477DB3D}" destId="{95B1E40E-26D9-44C8-A99F-14EA44505DF3}" srcOrd="0" destOrd="0" presId="urn:microsoft.com/office/officeart/2017/3/layout/HorizontalLabelsTimeline"/>
    <dgm:cxn modelId="{6D12DD85-6CC0-441A-BB74-D3B24BE9ECF2}" type="presParOf" srcId="{746F6004-1265-4B16-B698-179F0477DB3D}" destId="{752FC6D6-93A6-414C-B65D-6F2858E07E0C}" srcOrd="1" destOrd="0" presId="urn:microsoft.com/office/officeart/2017/3/layout/HorizontalLabelsTimeline"/>
    <dgm:cxn modelId="{6CE5E65F-BF35-4F9A-9FAC-9FD84A211FC6}" type="presParOf" srcId="{866B658A-D972-4AD8-A7E6-4082FD2CB001}" destId="{BBBD3B06-9C30-48DB-A77E-5A358B1C6E78}" srcOrd="2" destOrd="0" presId="urn:microsoft.com/office/officeart/2017/3/layout/HorizontalLabelsTimeline"/>
    <dgm:cxn modelId="{457B6E85-E149-4279-81E9-511D2D038B9A}" type="presParOf" srcId="{866B658A-D972-4AD8-A7E6-4082FD2CB001}" destId="{C574381E-6C24-436D-B265-4BCFEFA46591}" srcOrd="3" destOrd="0" presId="urn:microsoft.com/office/officeart/2017/3/layout/HorizontalLabelsTimeline"/>
    <dgm:cxn modelId="{376FD1F8-A0AB-4CA9-B35C-A1F5747217B7}" type="presParOf" srcId="{866B658A-D972-4AD8-A7E6-4082FD2CB001}" destId="{CC7E7566-0B46-4E0A-B951-BFE404664D2C}" srcOrd="4" destOrd="0" presId="urn:microsoft.com/office/officeart/2017/3/layout/HorizontalLabelsTimeline"/>
    <dgm:cxn modelId="{CA63DDF8-DE3B-4E8A-886E-D787300C3FD4}" type="presParOf" srcId="{4C5F54B5-504F-4069-AF1D-9A370FBD268C}" destId="{F50C4635-5C0A-4C07-B5AD-BABD96009847}" srcOrd="7" destOrd="0" presId="urn:microsoft.com/office/officeart/2017/3/layout/HorizontalLabelsTimeline"/>
    <dgm:cxn modelId="{187F63AE-22E9-42D8-BA25-F8E70A982232}" type="presParOf" srcId="{4C5F54B5-504F-4069-AF1D-9A370FBD268C}" destId="{5667DB6C-E90F-44DB-BFD7-8570D48D28D4}" srcOrd="8" destOrd="0" presId="urn:microsoft.com/office/officeart/2017/3/layout/HorizontalLabelsTimeline"/>
    <dgm:cxn modelId="{782591FC-39B3-43EE-A99E-69B60AB63978}" type="presParOf" srcId="{5667DB6C-E90F-44DB-BFD7-8570D48D28D4}" destId="{88F6D506-033B-4CA4-9572-41E373A6B43C}" srcOrd="0" destOrd="0" presId="urn:microsoft.com/office/officeart/2017/3/layout/HorizontalLabelsTimeline"/>
    <dgm:cxn modelId="{DA98866D-BB74-46A1-B98B-9B6BDACA94E3}" type="presParOf" srcId="{5667DB6C-E90F-44DB-BFD7-8570D48D28D4}" destId="{E3303ED6-54B9-4518-AD7C-3197102106EF}" srcOrd="1" destOrd="0" presId="urn:microsoft.com/office/officeart/2017/3/layout/HorizontalLabelsTimeline"/>
    <dgm:cxn modelId="{BFB054F1-AA6C-4CA5-B7A3-FF579439BD18}" type="presParOf" srcId="{E3303ED6-54B9-4518-AD7C-3197102106EF}" destId="{FE14A9FC-66E7-4679-B63E-054F98E59204}" srcOrd="0" destOrd="0" presId="urn:microsoft.com/office/officeart/2017/3/layout/HorizontalLabelsTimeline"/>
    <dgm:cxn modelId="{6BF922DC-DA85-4710-BB6F-2CCCF2CFD764}" type="presParOf" srcId="{E3303ED6-54B9-4518-AD7C-3197102106EF}" destId="{8F1DAFAE-685A-4EC1-8FC0-2EE182F59B78}" srcOrd="1" destOrd="0" presId="urn:microsoft.com/office/officeart/2017/3/layout/HorizontalLabelsTimeline"/>
    <dgm:cxn modelId="{6907C7E4-84E2-47E3-949B-BC87F9D211CC}" type="presParOf" srcId="{5667DB6C-E90F-44DB-BFD7-8570D48D28D4}" destId="{4702B22B-8EB6-4454-9F8E-9A963F32B8A1}" srcOrd="2" destOrd="0" presId="urn:microsoft.com/office/officeart/2017/3/layout/HorizontalLabelsTimeline"/>
    <dgm:cxn modelId="{68C6501C-DCCA-438E-8565-A8631BB6C8AC}" type="presParOf" srcId="{5667DB6C-E90F-44DB-BFD7-8570D48D28D4}" destId="{F2E81385-B138-4A59-9452-A3C9AC4F2012}" srcOrd="3" destOrd="0" presId="urn:microsoft.com/office/officeart/2017/3/layout/HorizontalLabelsTimeline"/>
    <dgm:cxn modelId="{F4686330-D4C5-4698-8BC6-EF28FB9176C1}" type="presParOf" srcId="{5667DB6C-E90F-44DB-BFD7-8570D48D28D4}" destId="{00C34F8E-67EA-485C-B754-5C6C9BC871C5}" srcOrd="4" destOrd="0" presId="urn:microsoft.com/office/officeart/2017/3/layout/HorizontalLabelsTimeline"/>
    <dgm:cxn modelId="{FA06019D-A6EE-447A-894D-5FBD4FB143DA}" type="presParOf" srcId="{4C5F54B5-504F-4069-AF1D-9A370FBD268C}" destId="{E2C470F7-A894-4A64-A64E-235B0E510421}" srcOrd="9" destOrd="0" presId="urn:microsoft.com/office/officeart/2017/3/layout/HorizontalLabelsTimeline"/>
    <dgm:cxn modelId="{779E8BAE-E165-44A0-8F61-F1D6F07BA6D3}" type="presParOf" srcId="{4C5F54B5-504F-4069-AF1D-9A370FBD268C}" destId="{6AA3FB3F-E213-4147-93D1-22B952CDFE17}" srcOrd="10" destOrd="0" presId="urn:microsoft.com/office/officeart/2017/3/layout/HorizontalLabelsTimeline"/>
    <dgm:cxn modelId="{FDEBFC71-A7CC-4193-89B3-3D17A65C6735}" type="presParOf" srcId="{6AA3FB3F-E213-4147-93D1-22B952CDFE17}" destId="{270971D8-F05B-4392-88C0-D9921BB5F6B0}" srcOrd="0" destOrd="0" presId="urn:microsoft.com/office/officeart/2017/3/layout/HorizontalLabelsTimeline"/>
    <dgm:cxn modelId="{DDE712DF-EAC7-4AEA-8C8F-518516542CAF}" type="presParOf" srcId="{6AA3FB3F-E213-4147-93D1-22B952CDFE17}" destId="{68B34C20-0EE9-4A51-9634-702BEA794899}" srcOrd="1" destOrd="0" presId="urn:microsoft.com/office/officeart/2017/3/layout/HorizontalLabelsTimeline"/>
    <dgm:cxn modelId="{0AB24538-9BA6-44A1-BA14-80061D14A8F4}" type="presParOf" srcId="{68B34C20-0EE9-4A51-9634-702BEA794899}" destId="{1D60394B-1800-4790-9694-08B1C1D1B34D}" srcOrd="0" destOrd="0" presId="urn:microsoft.com/office/officeart/2017/3/layout/HorizontalLabelsTimeline"/>
    <dgm:cxn modelId="{2AAA8EAA-0E27-421D-A811-E0050D6E2E66}" type="presParOf" srcId="{68B34C20-0EE9-4A51-9634-702BEA794899}" destId="{F7828579-24D8-4EC2-A1D6-344D5AD522E4}" srcOrd="1" destOrd="0" presId="urn:microsoft.com/office/officeart/2017/3/layout/HorizontalLabelsTimeline"/>
    <dgm:cxn modelId="{1951676A-386A-4A55-8D85-8529FCA60223}" type="presParOf" srcId="{6AA3FB3F-E213-4147-93D1-22B952CDFE17}" destId="{59F1EF41-14EA-48EE-A559-118169DBDB24}" srcOrd="2" destOrd="0" presId="urn:microsoft.com/office/officeart/2017/3/layout/HorizontalLabelsTimeline"/>
    <dgm:cxn modelId="{FF7D7122-10DC-403C-B42A-BC23EECD800F}" type="presParOf" srcId="{6AA3FB3F-E213-4147-93D1-22B952CDFE17}" destId="{8E0947F0-E28B-4B2E-B1D6-BFEED1AF012B}" srcOrd="3" destOrd="0" presId="urn:microsoft.com/office/officeart/2017/3/layout/HorizontalLabelsTimeline"/>
    <dgm:cxn modelId="{11C26640-7348-4167-8AF4-596740246EB0}" type="presParOf" srcId="{6AA3FB3F-E213-4147-93D1-22B952CDFE17}" destId="{6BA99215-8D0D-4B24-ACDB-B8619064A20A}" srcOrd="4" destOrd="0" presId="urn:microsoft.com/office/officeart/2017/3/layout/HorizontalLabelsTimeline"/>
    <dgm:cxn modelId="{4C86226D-C9C0-4413-B426-06F8252E51C5}" type="presParOf" srcId="{4C5F54B5-504F-4069-AF1D-9A370FBD268C}" destId="{9B2B8A77-95BF-4B3D-B7A2-74A64BEAD033}" srcOrd="11" destOrd="0" presId="urn:microsoft.com/office/officeart/2017/3/layout/HorizontalLabelsTimeline"/>
    <dgm:cxn modelId="{DA1E98F3-DEEF-449E-A505-7BE8E77DC666}" type="presParOf" srcId="{4C5F54B5-504F-4069-AF1D-9A370FBD268C}" destId="{CB500B18-4CCC-44D0-A7EE-E63EC340604C}" srcOrd="12" destOrd="0" presId="urn:microsoft.com/office/officeart/2017/3/layout/HorizontalLabelsTimeline"/>
    <dgm:cxn modelId="{5DE12D35-65C6-43A3-9CCB-9DB1FBB88A6F}" type="presParOf" srcId="{CB500B18-4CCC-44D0-A7EE-E63EC340604C}" destId="{A7F04B95-81DC-4C70-990B-FEE82F4C63E7}" srcOrd="0" destOrd="0" presId="urn:microsoft.com/office/officeart/2017/3/layout/HorizontalLabelsTimeline"/>
    <dgm:cxn modelId="{84E6A2E6-334E-486A-9E18-50B4C9242157}" type="presParOf" srcId="{CB500B18-4CCC-44D0-A7EE-E63EC340604C}" destId="{16384FAB-C600-47F1-91A6-2EF972F345F9}" srcOrd="1" destOrd="0" presId="urn:microsoft.com/office/officeart/2017/3/layout/HorizontalLabelsTimeline"/>
    <dgm:cxn modelId="{0D7AFB00-50B5-4763-8B9B-058959A93926}" type="presParOf" srcId="{16384FAB-C600-47F1-91A6-2EF972F345F9}" destId="{725F2AEF-0925-4411-A89A-5976D96BC3B1}" srcOrd="0" destOrd="0" presId="urn:microsoft.com/office/officeart/2017/3/layout/HorizontalLabelsTimeline"/>
    <dgm:cxn modelId="{6BE0CB7D-05CB-48BF-95E8-5BD301DDCFDF}" type="presParOf" srcId="{16384FAB-C600-47F1-91A6-2EF972F345F9}" destId="{F1CEE27F-E297-4972-B373-BDB021CAF74B}" srcOrd="1" destOrd="0" presId="urn:microsoft.com/office/officeart/2017/3/layout/HorizontalLabelsTimeline"/>
    <dgm:cxn modelId="{73AA2BF1-3651-48D4-B218-B7BECAF7B8D5}" type="presParOf" srcId="{CB500B18-4CCC-44D0-A7EE-E63EC340604C}" destId="{3F1F843F-8CAA-4ECF-B5A2-211D6C43D3C6}" srcOrd="2" destOrd="0" presId="urn:microsoft.com/office/officeart/2017/3/layout/HorizontalLabelsTimeline"/>
    <dgm:cxn modelId="{3C38FC4B-81C9-40B9-BE5E-6E8032D8A2A6}" type="presParOf" srcId="{CB500B18-4CCC-44D0-A7EE-E63EC340604C}" destId="{53B98CC0-1029-46A6-8053-0933F88F7705}" srcOrd="3" destOrd="0" presId="urn:microsoft.com/office/officeart/2017/3/layout/HorizontalLabelsTimeline"/>
    <dgm:cxn modelId="{6DDB047D-A89D-46BF-8D68-1A2DD3FE6D44}" type="presParOf" srcId="{CB500B18-4CCC-44D0-A7EE-E63EC340604C}" destId="{ED7FD386-E91E-4500-9B1B-A5B2EA2DCD9E}" srcOrd="4" destOrd="0" presId="urn:microsoft.com/office/officeart/2017/3/layout/HorizontalLabels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8B371-2815-4661-9209-F8A29814ADCC}">
      <dsp:nvSpPr>
        <dsp:cNvPr id="0" name=""/>
        <dsp:cNvSpPr/>
      </dsp:nvSpPr>
      <dsp:spPr>
        <a:xfrm>
          <a:off x="0" y="3130949"/>
          <a:ext cx="10948612" cy="0"/>
        </a:xfrm>
        <a:prstGeom prst="line">
          <a:avLst/>
        </a:prstGeom>
        <a:solidFill>
          <a:schemeClr val="lt1">
            <a:alpha val="90000"/>
            <a:hueOff val="0"/>
            <a:satOff val="0"/>
            <a:lumOff val="0"/>
            <a:alphaOff val="0"/>
          </a:schemeClr>
        </a:solidFill>
        <a:ln w="38100" cap="flat" cmpd="sng" algn="ctr">
          <a:solidFill>
            <a:schemeClr val="bg2"/>
          </a:solidFill>
          <a:prstDash val="solid"/>
          <a:miter lim="800000"/>
        </a:ln>
        <a:effectLst/>
      </dsp:spPr>
      <dsp:style>
        <a:lnRef idx="2">
          <a:scrgbClr r="0" g="0" b="0"/>
        </a:lnRef>
        <a:fillRef idx="1">
          <a:scrgbClr r="0" g="0" b="0"/>
        </a:fillRef>
        <a:effectRef idx="0">
          <a:scrgbClr r="0" g="0" b="0"/>
        </a:effectRef>
        <a:fontRef idx="minor"/>
      </dsp:style>
    </dsp:sp>
    <dsp:sp modelId="{64E37A6A-8F95-4F28-92FC-1FE8089D7DAF}">
      <dsp:nvSpPr>
        <dsp:cNvPr id="0" name=""/>
        <dsp:cNvSpPr/>
      </dsp:nvSpPr>
      <dsp:spPr>
        <a:xfrm>
          <a:off x="164229" y="1941188"/>
          <a:ext cx="2408694" cy="751427"/>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dirty="0">
              <a:latin typeface="+mj-lt"/>
            </a:rPr>
            <a:t>START</a:t>
          </a:r>
        </a:p>
      </dsp:txBody>
      <dsp:txXfrm>
        <a:off x="164229" y="1941188"/>
        <a:ext cx="2408694" cy="751427"/>
      </dsp:txXfrm>
    </dsp:sp>
    <dsp:sp modelId="{255B3FC7-BD87-4810-87ED-7952D0F23157}">
      <dsp:nvSpPr>
        <dsp:cNvPr id="0" name=""/>
        <dsp:cNvSpPr/>
      </dsp:nvSpPr>
      <dsp:spPr>
        <a:xfrm>
          <a:off x="164229" y="285112"/>
          <a:ext cx="2408694" cy="1656076"/>
        </a:xfrm>
        <a:prstGeom prst="rect">
          <a:avLst/>
        </a:prstGeom>
        <a:solidFill>
          <a:schemeClr val="accent4">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77850">
            <a:lnSpc>
              <a:spcPct val="90000"/>
            </a:lnSpc>
            <a:spcBef>
              <a:spcPct val="0"/>
            </a:spcBef>
            <a:spcAft>
              <a:spcPct val="35000"/>
            </a:spcAft>
            <a:buNone/>
          </a:pPr>
          <a:r>
            <a:rPr lang="en-US" sz="1300" i="1" kern="1200" dirty="0">
              <a:solidFill>
                <a:srgbClr val="454D55"/>
              </a:solidFill>
              <a:latin typeface="+mn-lt"/>
              <a:ea typeface="+mn-ea"/>
              <a:cs typeface="+mn-cs"/>
            </a:rPr>
            <a:t>       </a:t>
          </a:r>
          <a:r>
            <a:rPr lang="en-US" sz="1300" b="1" i="1" kern="1200" dirty="0">
              <a:solidFill>
                <a:srgbClr val="00B050"/>
              </a:solidFill>
              <a:latin typeface="+mn-lt"/>
              <a:ea typeface="+mn-ea"/>
              <a:cs typeface="+mn-cs"/>
            </a:rPr>
            <a:t>PROJECT ACCEPTED</a:t>
          </a:r>
        </a:p>
        <a:p>
          <a:pPr marL="0" lvl="0" indent="0" algn="l" defTabSz="577850">
            <a:lnSpc>
              <a:spcPct val="90000"/>
            </a:lnSpc>
            <a:spcBef>
              <a:spcPct val="0"/>
            </a:spcBef>
            <a:spcAft>
              <a:spcPct val="35000"/>
            </a:spcAft>
            <a:buNone/>
          </a:pPr>
          <a:endParaRPr lang="en-US" sz="1300" b="1" i="1" kern="1200" dirty="0">
            <a:solidFill>
              <a:srgbClr val="00B050"/>
            </a:solidFill>
            <a:latin typeface="+mn-lt"/>
            <a:ea typeface="+mn-ea"/>
            <a:cs typeface="+mn-cs"/>
          </a:endParaRPr>
        </a:p>
        <a:p>
          <a:pPr marL="0" lvl="0" indent="0" algn="l" defTabSz="577850">
            <a:lnSpc>
              <a:spcPct val="90000"/>
            </a:lnSpc>
            <a:spcBef>
              <a:spcPct val="0"/>
            </a:spcBef>
            <a:spcAft>
              <a:spcPct val="35000"/>
            </a:spcAft>
            <a:buNone/>
          </a:pPr>
          <a:r>
            <a:rPr lang="en-US" sz="1300" b="1" i="1" kern="1200" dirty="0">
              <a:solidFill>
                <a:srgbClr val="454D55"/>
              </a:solidFill>
              <a:latin typeface="+mn-lt"/>
              <a:ea typeface="+mn-ea"/>
              <a:cs typeface="+mn-cs"/>
            </a:rPr>
            <a:t>MOVIE RECOMMENDATION SYSTEM USING MACHINE LEARING</a:t>
          </a:r>
        </a:p>
        <a:p>
          <a:pPr marL="0" lvl="0" indent="0" algn="l" defTabSz="577850">
            <a:lnSpc>
              <a:spcPct val="90000"/>
            </a:lnSpc>
            <a:spcBef>
              <a:spcPct val="0"/>
            </a:spcBef>
            <a:spcAft>
              <a:spcPct val="35000"/>
            </a:spcAft>
            <a:buNone/>
          </a:pPr>
          <a:endParaRPr lang="en-US" sz="1200" b="1" i="1" kern="1200" dirty="0">
            <a:solidFill>
              <a:srgbClr val="454D55"/>
            </a:solidFill>
            <a:latin typeface="+mn-lt"/>
            <a:ea typeface="+mn-ea"/>
            <a:cs typeface="+mn-cs"/>
          </a:endParaRPr>
        </a:p>
      </dsp:txBody>
      <dsp:txXfrm>
        <a:off x="164229" y="285112"/>
        <a:ext cx="2408694" cy="1656076"/>
      </dsp:txXfrm>
    </dsp:sp>
    <dsp:sp modelId="{DF478A7F-4668-4E0A-86F7-C1205CF5AA73}">
      <dsp:nvSpPr>
        <dsp:cNvPr id="0" name=""/>
        <dsp:cNvSpPr/>
      </dsp:nvSpPr>
      <dsp:spPr>
        <a:xfrm>
          <a:off x="1368576" y="2692616"/>
          <a:ext cx="0" cy="438332"/>
        </a:xfrm>
        <a:prstGeom prst="line">
          <a:avLst/>
        </a:prstGeom>
        <a:noFill/>
        <a:ln w="19050" cap="flat" cmpd="sng" algn="ctr">
          <a:solidFill>
            <a:schemeClr val="bg2"/>
          </a:solidFill>
          <a:prstDash val="solid"/>
          <a:miter lim="800000"/>
        </a:ln>
        <a:effectLst/>
      </dsp:spPr>
      <dsp:style>
        <a:lnRef idx="1">
          <a:scrgbClr r="0" g="0" b="0"/>
        </a:lnRef>
        <a:fillRef idx="0">
          <a:scrgbClr r="0" g="0" b="0"/>
        </a:fillRef>
        <a:effectRef idx="0">
          <a:scrgbClr r="0" g="0" b="0"/>
        </a:effectRef>
        <a:fontRef idx="minor"/>
      </dsp:style>
    </dsp:sp>
    <dsp:sp modelId="{5C68C37A-C349-49AE-97A1-63D110D2C7D1}">
      <dsp:nvSpPr>
        <dsp:cNvPr id="0" name=""/>
        <dsp:cNvSpPr/>
      </dsp:nvSpPr>
      <dsp:spPr>
        <a:xfrm>
          <a:off x="1532805" y="3574812"/>
          <a:ext cx="2408694" cy="751427"/>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dirty="0">
              <a:latin typeface="+mj-lt"/>
            </a:rPr>
            <a:t>PHASE</a:t>
          </a:r>
          <a:r>
            <a:rPr lang="en-US" sz="2000" kern="1200" baseline="0" dirty="0">
              <a:latin typeface="+mj-lt"/>
            </a:rPr>
            <a:t> 1</a:t>
          </a:r>
          <a:endParaRPr lang="en-US" sz="2000" kern="1200" dirty="0">
            <a:latin typeface="+mj-lt"/>
          </a:endParaRPr>
        </a:p>
      </dsp:txBody>
      <dsp:txXfrm>
        <a:off x="1532805" y="3574812"/>
        <a:ext cx="2408694" cy="751427"/>
      </dsp:txXfrm>
    </dsp:sp>
    <dsp:sp modelId="{A01D9671-7007-4F3F-98D6-A9730C5B45E4}">
      <dsp:nvSpPr>
        <dsp:cNvPr id="0" name=""/>
        <dsp:cNvSpPr/>
      </dsp:nvSpPr>
      <dsp:spPr>
        <a:xfrm>
          <a:off x="1510452" y="4320710"/>
          <a:ext cx="2408694" cy="1490468"/>
        </a:xfrm>
        <a:prstGeom prst="rect">
          <a:avLst/>
        </a:prstGeom>
        <a:solidFill>
          <a:schemeClr val="accent4">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300" b="1" i="1" kern="1200" dirty="0">
              <a:solidFill>
                <a:srgbClr val="454D55"/>
              </a:solidFill>
              <a:latin typeface="+mn-lt"/>
              <a:ea typeface="+mn-ea"/>
              <a:cs typeface="+mn-cs"/>
            </a:rPr>
            <a:t>1.LITERATURE SURVEY</a:t>
          </a:r>
        </a:p>
        <a:p>
          <a:pPr marL="0" lvl="0" indent="0" algn="l" defTabSz="533400">
            <a:lnSpc>
              <a:spcPct val="90000"/>
            </a:lnSpc>
            <a:spcBef>
              <a:spcPct val="0"/>
            </a:spcBef>
            <a:spcAft>
              <a:spcPct val="35000"/>
            </a:spcAft>
            <a:buFont typeface="Arial" panose="020B0604020202020204" pitchFamily="34" charset="0"/>
            <a:buNone/>
          </a:pPr>
          <a:r>
            <a:rPr lang="en-US" sz="1300" b="1" i="1" kern="1200" dirty="0">
              <a:solidFill>
                <a:srgbClr val="454D55"/>
              </a:solidFill>
              <a:latin typeface="+mn-lt"/>
              <a:ea typeface="+mn-ea"/>
              <a:cs typeface="+mn-cs"/>
            </a:rPr>
            <a:t>2.PROJECT ARCHITECTURE</a:t>
          </a:r>
        </a:p>
        <a:p>
          <a:pPr marL="0" lvl="0" indent="0" algn="l" defTabSz="533400">
            <a:lnSpc>
              <a:spcPct val="90000"/>
            </a:lnSpc>
            <a:spcBef>
              <a:spcPct val="0"/>
            </a:spcBef>
            <a:spcAft>
              <a:spcPct val="35000"/>
            </a:spcAft>
            <a:buFont typeface="Arial" panose="020B0604020202020204" pitchFamily="34" charset="0"/>
            <a:buNone/>
          </a:pPr>
          <a:r>
            <a:rPr lang="en-US" sz="1300" b="1" i="1" kern="1200" dirty="0">
              <a:solidFill>
                <a:srgbClr val="454D55"/>
              </a:solidFill>
              <a:latin typeface="+mn-lt"/>
              <a:ea typeface="+mn-ea"/>
              <a:cs typeface="+mn-cs"/>
            </a:rPr>
            <a:t>3.DATASETS COLLECTION</a:t>
          </a:r>
        </a:p>
        <a:p>
          <a:pPr marL="0" lvl="0" indent="0" algn="l" defTabSz="533400">
            <a:lnSpc>
              <a:spcPct val="90000"/>
            </a:lnSpc>
            <a:spcBef>
              <a:spcPct val="0"/>
            </a:spcBef>
            <a:spcAft>
              <a:spcPct val="35000"/>
            </a:spcAft>
            <a:buFont typeface="Arial" panose="020B0604020202020204" pitchFamily="34" charset="0"/>
            <a:buNone/>
          </a:pPr>
          <a:r>
            <a:rPr lang="en-US" sz="1300" b="1" i="1" kern="1200" dirty="0">
              <a:solidFill>
                <a:srgbClr val="454D55"/>
              </a:solidFill>
              <a:latin typeface="+mn-lt"/>
              <a:ea typeface="+mn-ea"/>
              <a:cs typeface="+mn-cs"/>
            </a:rPr>
            <a:t>4.MACHINE LEARNING ALGORITHM</a:t>
          </a:r>
        </a:p>
      </dsp:txBody>
      <dsp:txXfrm>
        <a:off x="1510452" y="4320710"/>
        <a:ext cx="2408694" cy="1490468"/>
      </dsp:txXfrm>
    </dsp:sp>
    <dsp:sp modelId="{D4347EDB-4883-4C4B-A672-6266C9702B5A}">
      <dsp:nvSpPr>
        <dsp:cNvPr id="0" name=""/>
        <dsp:cNvSpPr/>
      </dsp:nvSpPr>
      <dsp:spPr>
        <a:xfrm>
          <a:off x="2737153" y="3136480"/>
          <a:ext cx="0" cy="438332"/>
        </a:xfrm>
        <a:prstGeom prst="line">
          <a:avLst/>
        </a:prstGeom>
        <a:noFill/>
        <a:ln w="19050" cap="flat" cmpd="sng" algn="ctr">
          <a:solidFill>
            <a:schemeClr val="bg2"/>
          </a:solidFill>
          <a:prstDash val="solid"/>
          <a:miter lim="800000"/>
        </a:ln>
        <a:effectLst/>
      </dsp:spPr>
      <dsp:style>
        <a:lnRef idx="1">
          <a:scrgbClr r="0" g="0" b="0"/>
        </a:lnRef>
        <a:fillRef idx="0">
          <a:scrgbClr r="0" g="0" b="0"/>
        </a:fillRef>
        <a:effectRef idx="0">
          <a:scrgbClr r="0" g="0" b="0"/>
        </a:effectRef>
        <a:fontRef idx="minor"/>
      </dsp:style>
    </dsp:sp>
    <dsp:sp modelId="{6D7F9BE3-3008-4E5E-96F3-C71D72649902}">
      <dsp:nvSpPr>
        <dsp:cNvPr id="0" name=""/>
        <dsp:cNvSpPr/>
      </dsp:nvSpPr>
      <dsp:spPr>
        <a:xfrm rot="2700000">
          <a:off x="1319870" y="3082243"/>
          <a:ext cx="97412" cy="97412"/>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0813CD-B7B7-4CC7-9B2D-B5AE3D30A4DA}">
      <dsp:nvSpPr>
        <dsp:cNvPr id="0" name=""/>
        <dsp:cNvSpPr/>
      </dsp:nvSpPr>
      <dsp:spPr>
        <a:xfrm rot="2700000">
          <a:off x="2688446" y="3087773"/>
          <a:ext cx="97412" cy="97412"/>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503B6E-C1DB-44F5-ABB8-38EF445ED1E8}">
      <dsp:nvSpPr>
        <dsp:cNvPr id="0" name=""/>
        <dsp:cNvSpPr/>
      </dsp:nvSpPr>
      <dsp:spPr>
        <a:xfrm>
          <a:off x="2901382" y="1941188"/>
          <a:ext cx="2408694" cy="751427"/>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dirty="0">
              <a:latin typeface="+mj-lt"/>
            </a:rPr>
            <a:t>REVIEW</a:t>
          </a:r>
          <a:r>
            <a:rPr lang="en-US" sz="2000" kern="1200" baseline="0" dirty="0">
              <a:latin typeface="+mj-lt"/>
            </a:rPr>
            <a:t> 1</a:t>
          </a:r>
          <a:endParaRPr lang="en-US" sz="2000" kern="1200" dirty="0">
            <a:latin typeface="+mj-lt"/>
          </a:endParaRPr>
        </a:p>
      </dsp:txBody>
      <dsp:txXfrm>
        <a:off x="2901382" y="1941188"/>
        <a:ext cx="2408694" cy="751427"/>
      </dsp:txXfrm>
    </dsp:sp>
    <dsp:sp modelId="{04897CD2-CF6F-4A55-8E79-1E7393B07B06}">
      <dsp:nvSpPr>
        <dsp:cNvPr id="0" name=""/>
        <dsp:cNvSpPr/>
      </dsp:nvSpPr>
      <dsp:spPr>
        <a:xfrm>
          <a:off x="2901382" y="143162"/>
          <a:ext cx="2408694" cy="1798026"/>
        </a:xfrm>
        <a:prstGeom prst="rect">
          <a:avLst/>
        </a:prstGeom>
        <a:solidFill>
          <a:schemeClr val="accent4">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1.OBJECTIVES</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2.MOTIVATION</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3.PROBLEM SURVEY</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4.TECHNOLOGIES </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5.ARCHITECTURE DIAGRAM</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6.HYPOTHESIS</a:t>
          </a:r>
        </a:p>
      </dsp:txBody>
      <dsp:txXfrm>
        <a:off x="2901382" y="143162"/>
        <a:ext cx="2408694" cy="1798026"/>
      </dsp:txXfrm>
    </dsp:sp>
    <dsp:sp modelId="{73ACB8E4-FFC1-49E5-BB46-1EBD63F3BF67}">
      <dsp:nvSpPr>
        <dsp:cNvPr id="0" name=""/>
        <dsp:cNvSpPr/>
      </dsp:nvSpPr>
      <dsp:spPr>
        <a:xfrm>
          <a:off x="4105729" y="2692616"/>
          <a:ext cx="0" cy="438332"/>
        </a:xfrm>
        <a:prstGeom prst="line">
          <a:avLst/>
        </a:prstGeom>
        <a:noFill/>
        <a:ln w="19050" cap="flat" cmpd="sng" algn="ctr">
          <a:solidFill>
            <a:schemeClr val="bg2"/>
          </a:solidFill>
          <a:prstDash val="solid"/>
          <a:miter lim="800000"/>
        </a:ln>
        <a:effectLst/>
      </dsp:spPr>
      <dsp:style>
        <a:lnRef idx="1">
          <a:scrgbClr r="0" g="0" b="0"/>
        </a:lnRef>
        <a:fillRef idx="0">
          <a:scrgbClr r="0" g="0" b="0"/>
        </a:fillRef>
        <a:effectRef idx="0">
          <a:scrgbClr r="0" g="0" b="0"/>
        </a:effectRef>
        <a:fontRef idx="minor"/>
      </dsp:style>
    </dsp:sp>
    <dsp:sp modelId="{CBCB6B30-5D46-4B19-B9DE-C0B7FB057712}">
      <dsp:nvSpPr>
        <dsp:cNvPr id="0" name=""/>
        <dsp:cNvSpPr/>
      </dsp:nvSpPr>
      <dsp:spPr>
        <a:xfrm>
          <a:off x="4269958" y="3569282"/>
          <a:ext cx="2408694" cy="751427"/>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dirty="0">
              <a:latin typeface="+mj-lt"/>
            </a:rPr>
            <a:t>PHASE</a:t>
          </a:r>
          <a:r>
            <a:rPr lang="en-US" sz="2000" kern="1200" baseline="0" dirty="0">
              <a:latin typeface="+mj-lt"/>
            </a:rPr>
            <a:t> 2</a:t>
          </a:r>
          <a:endParaRPr lang="en-US" sz="2000" kern="1200" dirty="0">
            <a:latin typeface="+mj-lt"/>
          </a:endParaRPr>
        </a:p>
      </dsp:txBody>
      <dsp:txXfrm>
        <a:off x="4269958" y="3569282"/>
        <a:ext cx="2408694" cy="751427"/>
      </dsp:txXfrm>
    </dsp:sp>
    <dsp:sp modelId="{95B1E40E-26D9-44C8-A99F-14EA44505DF3}">
      <dsp:nvSpPr>
        <dsp:cNvPr id="0" name=""/>
        <dsp:cNvSpPr/>
      </dsp:nvSpPr>
      <dsp:spPr>
        <a:xfrm>
          <a:off x="4269958" y="4320710"/>
          <a:ext cx="2408694" cy="1750709"/>
        </a:xfrm>
        <a:prstGeom prst="rect">
          <a:avLst/>
        </a:prstGeom>
        <a:solidFill>
          <a:schemeClr val="accent4">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1.WEBSITE FRONTEND</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2.DATA PREPROCRESSING</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3.DEVELOPING MACHINE     LEARNING MODEL</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4.LEARN FLASK FRAMEWORK</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5.UML DIAGRAMS DESIGN</a:t>
          </a:r>
        </a:p>
      </dsp:txBody>
      <dsp:txXfrm>
        <a:off x="4269958" y="4320710"/>
        <a:ext cx="2408694" cy="1750709"/>
      </dsp:txXfrm>
    </dsp:sp>
    <dsp:sp modelId="{BBBD3B06-9C30-48DB-A77E-5A358B1C6E78}">
      <dsp:nvSpPr>
        <dsp:cNvPr id="0" name=""/>
        <dsp:cNvSpPr/>
      </dsp:nvSpPr>
      <dsp:spPr>
        <a:xfrm>
          <a:off x="5474306" y="3130949"/>
          <a:ext cx="0" cy="438332"/>
        </a:xfrm>
        <a:prstGeom prst="line">
          <a:avLst/>
        </a:prstGeom>
        <a:noFill/>
        <a:ln w="19050" cap="flat" cmpd="sng" algn="ctr">
          <a:solidFill>
            <a:schemeClr val="bg2"/>
          </a:solidFill>
          <a:prstDash val="solid"/>
          <a:miter lim="800000"/>
        </a:ln>
        <a:effectLst/>
      </dsp:spPr>
      <dsp:style>
        <a:lnRef idx="1">
          <a:scrgbClr r="0" g="0" b="0"/>
        </a:lnRef>
        <a:fillRef idx="0">
          <a:scrgbClr r="0" g="0" b="0"/>
        </a:fillRef>
        <a:effectRef idx="0">
          <a:scrgbClr r="0" g="0" b="0"/>
        </a:effectRef>
        <a:fontRef idx="minor"/>
      </dsp:style>
    </dsp:sp>
    <dsp:sp modelId="{FE89438A-B301-4219-9492-D30967496E8F}">
      <dsp:nvSpPr>
        <dsp:cNvPr id="0" name=""/>
        <dsp:cNvSpPr/>
      </dsp:nvSpPr>
      <dsp:spPr>
        <a:xfrm rot="2700000">
          <a:off x="4057023" y="3082243"/>
          <a:ext cx="97412" cy="97412"/>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74381E-6C24-436D-B265-4BCFEFA46591}">
      <dsp:nvSpPr>
        <dsp:cNvPr id="0" name=""/>
        <dsp:cNvSpPr/>
      </dsp:nvSpPr>
      <dsp:spPr>
        <a:xfrm rot="2700000">
          <a:off x="5425599" y="3082243"/>
          <a:ext cx="97412" cy="97412"/>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F6D506-033B-4CA4-9572-41E373A6B43C}">
      <dsp:nvSpPr>
        <dsp:cNvPr id="0" name=""/>
        <dsp:cNvSpPr/>
      </dsp:nvSpPr>
      <dsp:spPr>
        <a:xfrm>
          <a:off x="5638535" y="1941188"/>
          <a:ext cx="2408694" cy="751427"/>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dirty="0">
              <a:latin typeface="+mj-lt"/>
            </a:rPr>
            <a:t>REVIEW 2</a:t>
          </a:r>
        </a:p>
      </dsp:txBody>
      <dsp:txXfrm>
        <a:off x="5638535" y="1941188"/>
        <a:ext cx="2408694" cy="751427"/>
      </dsp:txXfrm>
    </dsp:sp>
    <dsp:sp modelId="{FE14A9FC-66E7-4679-B63E-054F98E59204}">
      <dsp:nvSpPr>
        <dsp:cNvPr id="0" name=""/>
        <dsp:cNvSpPr/>
      </dsp:nvSpPr>
      <dsp:spPr>
        <a:xfrm>
          <a:off x="5638535" y="237795"/>
          <a:ext cx="2408694" cy="1703393"/>
        </a:xfrm>
        <a:prstGeom prst="rect">
          <a:avLst/>
        </a:prstGeom>
        <a:solidFill>
          <a:schemeClr val="accent4">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1.WORKING FRONTEND OF WEBPAGE</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 WORKING MACHINE LEARNING MODEL</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3. UML DIAGRAMS</a:t>
          </a:r>
        </a:p>
        <a:p>
          <a:pPr marL="0" lvl="0" indent="0" algn="l" defTabSz="533400">
            <a:lnSpc>
              <a:spcPct val="90000"/>
            </a:lnSpc>
            <a:spcBef>
              <a:spcPct val="0"/>
            </a:spcBef>
            <a:spcAft>
              <a:spcPct val="35000"/>
            </a:spcAft>
            <a:buNone/>
          </a:pPr>
          <a:endParaRPr lang="en-US" sz="1300" b="1" i="1" kern="1200" dirty="0">
            <a:solidFill>
              <a:srgbClr val="454D55"/>
            </a:solidFill>
            <a:latin typeface="+mn-lt"/>
            <a:ea typeface="+mn-ea"/>
            <a:cs typeface="+mn-cs"/>
          </a:endParaRPr>
        </a:p>
        <a:p>
          <a:pPr marL="0" lvl="0" indent="0" algn="l" defTabSz="533400">
            <a:lnSpc>
              <a:spcPct val="90000"/>
            </a:lnSpc>
            <a:spcBef>
              <a:spcPct val="0"/>
            </a:spcBef>
            <a:spcAft>
              <a:spcPct val="35000"/>
            </a:spcAft>
            <a:buNone/>
          </a:pPr>
          <a:endParaRPr lang="en-US" sz="1200" i="1" kern="1200" dirty="0">
            <a:solidFill>
              <a:srgbClr val="454D55"/>
            </a:solidFill>
            <a:latin typeface="+mn-lt"/>
            <a:ea typeface="+mn-ea"/>
            <a:cs typeface="+mn-cs"/>
          </a:endParaRPr>
        </a:p>
      </dsp:txBody>
      <dsp:txXfrm>
        <a:off x="5638535" y="237795"/>
        <a:ext cx="2408694" cy="1703393"/>
      </dsp:txXfrm>
    </dsp:sp>
    <dsp:sp modelId="{4702B22B-8EB6-4454-9F8E-9A963F32B8A1}">
      <dsp:nvSpPr>
        <dsp:cNvPr id="0" name=""/>
        <dsp:cNvSpPr/>
      </dsp:nvSpPr>
      <dsp:spPr>
        <a:xfrm>
          <a:off x="6842882" y="2692616"/>
          <a:ext cx="0" cy="438332"/>
        </a:xfrm>
        <a:prstGeom prst="line">
          <a:avLst/>
        </a:prstGeom>
        <a:noFill/>
        <a:ln w="19050" cap="flat" cmpd="sng" algn="ctr">
          <a:solidFill>
            <a:schemeClr val="bg2"/>
          </a:solidFill>
          <a:prstDash val="solid"/>
          <a:miter lim="800000"/>
        </a:ln>
        <a:effectLst/>
      </dsp:spPr>
      <dsp:style>
        <a:lnRef idx="1">
          <a:scrgbClr r="0" g="0" b="0"/>
        </a:lnRef>
        <a:fillRef idx="0">
          <a:scrgbClr r="0" g="0" b="0"/>
        </a:fillRef>
        <a:effectRef idx="0">
          <a:scrgbClr r="0" g="0" b="0"/>
        </a:effectRef>
        <a:fontRef idx="minor"/>
      </dsp:style>
    </dsp:sp>
    <dsp:sp modelId="{270971D8-F05B-4392-88C0-D9921BB5F6B0}">
      <dsp:nvSpPr>
        <dsp:cNvPr id="0" name=""/>
        <dsp:cNvSpPr/>
      </dsp:nvSpPr>
      <dsp:spPr>
        <a:xfrm>
          <a:off x="7007111" y="3569282"/>
          <a:ext cx="2408694" cy="751427"/>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dirty="0">
              <a:latin typeface="+mj-lt"/>
            </a:rPr>
            <a:t>PHASE 3</a:t>
          </a:r>
        </a:p>
      </dsp:txBody>
      <dsp:txXfrm>
        <a:off x="7007111" y="3569282"/>
        <a:ext cx="2408694" cy="751427"/>
      </dsp:txXfrm>
    </dsp:sp>
    <dsp:sp modelId="{1D60394B-1800-4790-9694-08B1C1D1B34D}">
      <dsp:nvSpPr>
        <dsp:cNvPr id="0" name=""/>
        <dsp:cNvSpPr/>
      </dsp:nvSpPr>
      <dsp:spPr>
        <a:xfrm>
          <a:off x="7007111" y="4320710"/>
          <a:ext cx="2408694" cy="1419494"/>
        </a:xfrm>
        <a:prstGeom prst="rect">
          <a:avLst/>
        </a:prstGeom>
        <a:solidFill>
          <a:schemeClr val="accent4">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 INTEGRATION OF FRONTEND AND MACHINE LEARING MODEL USING FLASK FRAMEWORK</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 DOCUMENTATION</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3.WORKING ON ACCURACY</a:t>
          </a:r>
        </a:p>
      </dsp:txBody>
      <dsp:txXfrm>
        <a:off x="7007111" y="4320710"/>
        <a:ext cx="2408694" cy="1419494"/>
      </dsp:txXfrm>
    </dsp:sp>
    <dsp:sp modelId="{59F1EF41-14EA-48EE-A559-118169DBDB24}">
      <dsp:nvSpPr>
        <dsp:cNvPr id="0" name=""/>
        <dsp:cNvSpPr/>
      </dsp:nvSpPr>
      <dsp:spPr>
        <a:xfrm>
          <a:off x="8211459" y="3130949"/>
          <a:ext cx="0" cy="438332"/>
        </a:xfrm>
        <a:prstGeom prst="line">
          <a:avLst/>
        </a:prstGeom>
        <a:noFill/>
        <a:ln w="19050" cap="flat" cmpd="sng" algn="ctr">
          <a:solidFill>
            <a:schemeClr val="bg2"/>
          </a:solidFill>
          <a:prstDash val="solid"/>
          <a:miter lim="800000"/>
        </a:ln>
        <a:effectLst/>
      </dsp:spPr>
      <dsp:style>
        <a:lnRef idx="1">
          <a:scrgbClr r="0" g="0" b="0"/>
        </a:lnRef>
        <a:fillRef idx="0">
          <a:scrgbClr r="0" g="0" b="0"/>
        </a:fillRef>
        <a:effectRef idx="0">
          <a:scrgbClr r="0" g="0" b="0"/>
        </a:effectRef>
        <a:fontRef idx="minor"/>
      </dsp:style>
    </dsp:sp>
    <dsp:sp modelId="{F2E81385-B138-4A59-9452-A3C9AC4F2012}">
      <dsp:nvSpPr>
        <dsp:cNvPr id="0" name=""/>
        <dsp:cNvSpPr/>
      </dsp:nvSpPr>
      <dsp:spPr>
        <a:xfrm rot="2700000">
          <a:off x="6794176" y="3082243"/>
          <a:ext cx="97412" cy="97412"/>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0947F0-E28B-4B2E-B1D6-BFEED1AF012B}">
      <dsp:nvSpPr>
        <dsp:cNvPr id="0" name=""/>
        <dsp:cNvSpPr/>
      </dsp:nvSpPr>
      <dsp:spPr>
        <a:xfrm rot="2700000">
          <a:off x="8162752" y="3082243"/>
          <a:ext cx="97412" cy="97412"/>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F04B95-81DC-4C70-990B-FEE82F4C63E7}">
      <dsp:nvSpPr>
        <dsp:cNvPr id="0" name=""/>
        <dsp:cNvSpPr/>
      </dsp:nvSpPr>
      <dsp:spPr>
        <a:xfrm>
          <a:off x="8375688" y="1941188"/>
          <a:ext cx="2408694" cy="751427"/>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dirty="0">
              <a:latin typeface="+mj-lt"/>
            </a:rPr>
            <a:t>FINAL REVIEW</a:t>
          </a:r>
        </a:p>
      </dsp:txBody>
      <dsp:txXfrm>
        <a:off x="8375688" y="1941188"/>
        <a:ext cx="2408694" cy="751427"/>
      </dsp:txXfrm>
    </dsp:sp>
    <dsp:sp modelId="{725F2AEF-0925-4411-A89A-5976D96BC3B1}">
      <dsp:nvSpPr>
        <dsp:cNvPr id="0" name=""/>
        <dsp:cNvSpPr/>
      </dsp:nvSpPr>
      <dsp:spPr>
        <a:xfrm>
          <a:off x="8375688" y="190479"/>
          <a:ext cx="2408694" cy="1750709"/>
        </a:xfrm>
        <a:prstGeom prst="rect">
          <a:avLst/>
        </a:prstGeom>
        <a:solidFill>
          <a:schemeClr val="accent4">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1.FULL WORKING MOVIE RECOMMENDATION WEBSITE</a:t>
          </a:r>
        </a:p>
        <a:p>
          <a:pPr marL="0" lvl="0" indent="0" algn="l" defTabSz="533400">
            <a:lnSpc>
              <a:spcPct val="90000"/>
            </a:lnSpc>
            <a:spcBef>
              <a:spcPct val="0"/>
            </a:spcBef>
            <a:spcAft>
              <a:spcPct val="35000"/>
            </a:spcAft>
            <a:buNone/>
          </a:pPr>
          <a:r>
            <a:rPr lang="en-US" sz="1300" b="1" i="1" kern="1200" dirty="0">
              <a:solidFill>
                <a:srgbClr val="454D55"/>
              </a:solidFill>
              <a:latin typeface="+mn-lt"/>
              <a:ea typeface="+mn-ea"/>
              <a:cs typeface="+mn-cs"/>
            </a:rPr>
            <a:t>2.PROJECT REPORT</a:t>
          </a:r>
        </a:p>
        <a:p>
          <a:pPr marL="0" lvl="0" indent="0" algn="l" defTabSz="533400">
            <a:lnSpc>
              <a:spcPct val="90000"/>
            </a:lnSpc>
            <a:spcBef>
              <a:spcPct val="0"/>
            </a:spcBef>
            <a:spcAft>
              <a:spcPct val="35000"/>
            </a:spcAft>
            <a:buNone/>
          </a:pPr>
          <a:endParaRPr lang="en-US" sz="1300" b="1" i="1" kern="1200" dirty="0">
            <a:solidFill>
              <a:srgbClr val="454D55"/>
            </a:solidFill>
            <a:latin typeface="+mn-lt"/>
            <a:ea typeface="+mn-ea"/>
            <a:cs typeface="+mn-cs"/>
          </a:endParaRPr>
        </a:p>
        <a:p>
          <a:pPr marL="0" lvl="0" indent="0" algn="l" defTabSz="533400">
            <a:lnSpc>
              <a:spcPct val="90000"/>
            </a:lnSpc>
            <a:spcBef>
              <a:spcPct val="0"/>
            </a:spcBef>
            <a:spcAft>
              <a:spcPct val="35000"/>
            </a:spcAft>
            <a:buNone/>
          </a:pPr>
          <a:endParaRPr lang="en-US" sz="1300" b="1" i="1" kern="1200" dirty="0">
            <a:solidFill>
              <a:srgbClr val="454D55"/>
            </a:solidFill>
            <a:latin typeface="+mn-lt"/>
            <a:ea typeface="+mn-ea"/>
            <a:cs typeface="+mn-cs"/>
          </a:endParaRPr>
        </a:p>
        <a:p>
          <a:pPr marL="0" lvl="0" indent="0" algn="l" defTabSz="533400">
            <a:lnSpc>
              <a:spcPct val="90000"/>
            </a:lnSpc>
            <a:spcBef>
              <a:spcPct val="0"/>
            </a:spcBef>
            <a:spcAft>
              <a:spcPct val="35000"/>
            </a:spcAft>
            <a:buNone/>
          </a:pPr>
          <a:endParaRPr lang="en-US" sz="1300" b="1" i="1" kern="1200" dirty="0">
            <a:solidFill>
              <a:srgbClr val="454D55"/>
            </a:solidFill>
            <a:latin typeface="+mn-lt"/>
            <a:ea typeface="+mn-ea"/>
            <a:cs typeface="+mn-cs"/>
          </a:endParaRPr>
        </a:p>
      </dsp:txBody>
      <dsp:txXfrm>
        <a:off x="8375688" y="190479"/>
        <a:ext cx="2408694" cy="1750709"/>
      </dsp:txXfrm>
    </dsp:sp>
    <dsp:sp modelId="{3F1F843F-8CAA-4ECF-B5A2-211D6C43D3C6}">
      <dsp:nvSpPr>
        <dsp:cNvPr id="0" name=""/>
        <dsp:cNvSpPr/>
      </dsp:nvSpPr>
      <dsp:spPr>
        <a:xfrm>
          <a:off x="9580035" y="2692616"/>
          <a:ext cx="0" cy="438332"/>
        </a:xfrm>
        <a:prstGeom prst="line">
          <a:avLst/>
        </a:prstGeom>
        <a:noFill/>
        <a:ln w="19050" cap="flat" cmpd="sng" algn="ctr">
          <a:solidFill>
            <a:schemeClr val="bg2"/>
          </a:solidFill>
          <a:prstDash val="solid"/>
          <a:miter lim="800000"/>
        </a:ln>
        <a:effectLst/>
      </dsp:spPr>
      <dsp:style>
        <a:lnRef idx="1">
          <a:scrgbClr r="0" g="0" b="0"/>
        </a:lnRef>
        <a:fillRef idx="0">
          <a:scrgbClr r="0" g="0" b="0"/>
        </a:fillRef>
        <a:effectRef idx="0">
          <a:scrgbClr r="0" g="0" b="0"/>
        </a:effectRef>
        <a:fontRef idx="minor"/>
      </dsp:style>
    </dsp:sp>
    <dsp:sp modelId="{53B98CC0-1029-46A6-8053-0933F88F7705}">
      <dsp:nvSpPr>
        <dsp:cNvPr id="0" name=""/>
        <dsp:cNvSpPr/>
      </dsp:nvSpPr>
      <dsp:spPr>
        <a:xfrm rot="2700000">
          <a:off x="9531329" y="3082243"/>
          <a:ext cx="97412" cy="97412"/>
        </a:xfrm>
        <a:prstGeom prst="ellipse">
          <a:avLst/>
        </a:prstGeom>
        <a:solidFill>
          <a:schemeClr val="accent2"/>
        </a:solidFill>
        <a:ln w="63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12/17/2022</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12/17/2022</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DC0559-D619-4E56-BF6F-3712370C215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2238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2A8EBBC-E75B-42BD-A8B5-EF34A56BC0B7}"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22842579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EBBC-E75B-42BD-A8B5-EF34A56BC0B7}"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40891372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2A8EBBC-E75B-42BD-A8B5-EF34A56BC0B7}"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36633576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2A8EBBC-E75B-42BD-A8B5-EF34A56BC0B7}" type="datetimeFigureOut">
              <a:rPr lang="en-US" smtClean="0"/>
              <a:t>12/17/2022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3098288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2A8EBBC-E75B-42BD-A8B5-EF34A56BC0B7}" type="datetimeFigureOut">
              <a:rPr lang="en-US" smtClean="0"/>
              <a:t>12/17/2022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32761112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2A8EBBC-E75B-42BD-A8B5-EF34A56BC0B7}" type="datetimeFigureOut">
              <a:rPr lang="en-US" smtClean="0"/>
              <a:t>12/17/2022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26677276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A8EBBC-E75B-42BD-A8B5-EF34A56BC0B7}" type="datetimeFigureOut">
              <a:rPr lang="en-US" smtClean="0"/>
              <a:t>12/17/2022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23543197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2A8EBBC-E75B-42BD-A8B5-EF34A56BC0B7}" type="datetimeFigureOut">
              <a:rPr lang="en-US" smtClean="0"/>
              <a:t>12/17/2022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12879753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2A8EBBC-E75B-42BD-A8B5-EF34A56BC0B7}" type="datetimeFigureOut">
              <a:rPr lang="en-US" smtClean="0"/>
              <a:t>12/17/2022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42005824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EBBC-E75B-42BD-A8B5-EF34A56BC0B7}"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40158415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EBBC-E75B-42BD-A8B5-EF34A56BC0B7}"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6CF81-7FC2-41E1-85EF-10839B27B8CB}" type="slidenum">
              <a:rPr lang="en-US" smtClean="0"/>
              <a:t>‹#›</a:t>
            </a:fld>
            <a:endParaRPr lang="en-US"/>
          </a:p>
        </p:txBody>
      </p:sp>
    </p:spTree>
    <p:extLst>
      <p:ext uri="{BB962C8B-B14F-4D97-AF65-F5344CB8AC3E}">
        <p14:creationId xmlns:p14="http://schemas.microsoft.com/office/powerpoint/2010/main" val="26441496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_v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60639-BF2D-41F8-822B-DED03338D288}"/>
              </a:ext>
            </a:extLst>
          </p:cNvPr>
          <p:cNvSpPr>
            <a:spLocks noGrp="1"/>
          </p:cNvSpPr>
          <p:nvPr userDrawn="1">
            <p:ph type="title" hasCustomPrompt="1"/>
          </p:nvPr>
        </p:nvSpPr>
        <p:spPr>
          <a:xfrm>
            <a:off x="525500" y="264167"/>
            <a:ext cx="11065865" cy="1315434"/>
          </a:xfrm>
        </p:spPr>
        <p:txBody>
          <a:bodyPr tIns="0" anchor="t" anchorCtr="0">
            <a:normAutofit/>
          </a:bodyPr>
          <a:lstStyle>
            <a:lvl1pPr>
              <a:lnSpc>
                <a:spcPct val="150000"/>
              </a:lnSpc>
              <a:defRPr sz="2700"/>
            </a:lvl1pPr>
          </a:lstStyle>
          <a:p>
            <a:r>
              <a:rPr lang="en-US" dirty="0"/>
              <a:t>History Timeline</a:t>
            </a:r>
            <a:endParaRPr lang="ru-RU" dirty="0"/>
          </a:p>
        </p:txBody>
      </p:sp>
      <p:sp>
        <p:nvSpPr>
          <p:cNvPr id="3" name="Content Placeholder 2">
            <a:extLst>
              <a:ext uri="{FF2B5EF4-FFF2-40B4-BE49-F238E27FC236}">
                <a16:creationId xmlns:a16="http://schemas.microsoft.com/office/drawing/2014/main" id="{0F474091-9EA2-47C8-AAA9-6DFE207852E4}"/>
              </a:ext>
            </a:extLst>
          </p:cNvPr>
          <p:cNvSpPr>
            <a:spLocks noGrp="1"/>
          </p:cNvSpPr>
          <p:nvPr userDrawn="1">
            <p:ph idx="1"/>
          </p:nvPr>
        </p:nvSpPr>
        <p:spPr>
          <a:xfrm>
            <a:off x="525500" y="1786436"/>
            <a:ext cx="11065865" cy="4533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cxnSp>
        <p:nvCxnSpPr>
          <p:cNvPr id="21" name="Straight Connector 20">
            <a:extLst>
              <a:ext uri="{FF2B5EF4-FFF2-40B4-BE49-F238E27FC236}">
                <a16:creationId xmlns:a16="http://schemas.microsoft.com/office/drawing/2014/main" id="{303706AB-7768-4239-93C0-28F2AC35B71A}"/>
              </a:ext>
            </a:extLst>
          </p:cNvPr>
          <p:cNvCxnSpPr/>
          <p:nvPr userDrawn="1"/>
        </p:nvCxnSpPr>
        <p:spPr>
          <a:xfrm>
            <a:off x="625355" y="919827"/>
            <a:ext cx="4284000"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3509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_v 2">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99E538D-9618-4205-AA08-736AD425A3FC}"/>
              </a:ext>
            </a:extLst>
          </p:cNvPr>
          <p:cNvSpPr/>
          <p:nvPr userDrawn="1"/>
        </p:nvSpPr>
        <p:spPr>
          <a:xfrm>
            <a:off x="0" y="0"/>
            <a:ext cx="12192000" cy="151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060639-BF2D-41F8-822B-DED03338D288}"/>
              </a:ext>
            </a:extLst>
          </p:cNvPr>
          <p:cNvSpPr>
            <a:spLocks noGrp="1"/>
          </p:cNvSpPr>
          <p:nvPr userDrawn="1">
            <p:ph type="title" hasCustomPrompt="1"/>
          </p:nvPr>
        </p:nvSpPr>
        <p:spPr>
          <a:xfrm>
            <a:off x="525500" y="278235"/>
            <a:ext cx="10711545" cy="720227"/>
          </a:xfrm>
        </p:spPr>
        <p:txBody>
          <a:bodyPr>
            <a:normAutofit/>
          </a:bodyPr>
          <a:lstStyle>
            <a:lvl1pPr>
              <a:defRPr sz="3000"/>
            </a:lvl1pPr>
          </a:lstStyle>
          <a:p>
            <a:r>
              <a:rPr lang="en-US" dirty="0"/>
              <a:t>History Timeline</a:t>
            </a:r>
            <a:endParaRPr lang="ru-RU" dirty="0"/>
          </a:p>
        </p:txBody>
      </p:sp>
      <p:sp>
        <p:nvSpPr>
          <p:cNvPr id="3" name="Content Placeholder 2">
            <a:extLst>
              <a:ext uri="{FF2B5EF4-FFF2-40B4-BE49-F238E27FC236}">
                <a16:creationId xmlns:a16="http://schemas.microsoft.com/office/drawing/2014/main" id="{0F474091-9EA2-47C8-AAA9-6DFE207852E4}"/>
              </a:ext>
            </a:extLst>
          </p:cNvPr>
          <p:cNvSpPr>
            <a:spLocks noGrp="1"/>
          </p:cNvSpPr>
          <p:nvPr userDrawn="1">
            <p:ph idx="1"/>
          </p:nvPr>
        </p:nvSpPr>
        <p:spPr>
          <a:xfrm>
            <a:off x="525500" y="1786436"/>
            <a:ext cx="11065865" cy="4533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cxnSp>
        <p:nvCxnSpPr>
          <p:cNvPr id="21" name="Straight Connector 20">
            <a:extLst>
              <a:ext uri="{FF2B5EF4-FFF2-40B4-BE49-F238E27FC236}">
                <a16:creationId xmlns:a16="http://schemas.microsoft.com/office/drawing/2014/main" id="{303706AB-7768-4239-93C0-28F2AC35B71A}"/>
              </a:ext>
            </a:extLst>
          </p:cNvPr>
          <p:cNvCxnSpPr/>
          <p:nvPr userDrawn="1"/>
        </p:nvCxnSpPr>
        <p:spPr>
          <a:xfrm>
            <a:off x="625355" y="919827"/>
            <a:ext cx="4770000"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9A66C708-772E-4E30-9D1D-7417A222A932}"/>
              </a:ext>
            </a:extLst>
          </p:cNvPr>
          <p:cNvSpPr>
            <a:spLocks noGrp="1"/>
          </p:cNvSpPr>
          <p:nvPr>
            <p:ph type="body" sz="quarter" idx="10" hasCustomPrompt="1"/>
          </p:nvPr>
        </p:nvSpPr>
        <p:spPr>
          <a:xfrm>
            <a:off x="526183" y="966464"/>
            <a:ext cx="10710862" cy="412510"/>
          </a:xfrm>
        </p:spPr>
        <p:txBody>
          <a:bodyPr>
            <a:normAutofit/>
          </a:bodyPr>
          <a:lstStyle>
            <a:lvl1pPr marL="0" indent="0">
              <a:buNone/>
              <a:defRPr sz="2300" i="1">
                <a:solidFill>
                  <a:schemeClr val="tx2"/>
                </a:solidFill>
              </a:defRPr>
            </a:lvl1pPr>
          </a:lstStyle>
          <a:p>
            <a:pPr lvl="0"/>
            <a:r>
              <a:rPr lang="en-US" dirty="0"/>
              <a:t>Timeline Subtitle</a:t>
            </a:r>
          </a:p>
        </p:txBody>
      </p:sp>
    </p:spTree>
    <p:extLst>
      <p:ext uri="{BB962C8B-B14F-4D97-AF65-F5344CB8AC3E}">
        <p14:creationId xmlns:p14="http://schemas.microsoft.com/office/powerpoint/2010/main" val="3973711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A8EBBC-E75B-42BD-A8B5-EF34A56BC0B7}" type="datetimeFigureOut">
              <a:rPr lang="en-US" smtClean="0"/>
              <a:t>12/17/2022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46CF81-7FC2-41E1-85EF-10839B27B8CB}" type="slidenum">
              <a:rPr lang="en-US" smtClean="0"/>
              <a:t>‹#›</a:t>
            </a:fld>
            <a:endParaRPr lang="en-US"/>
          </a:p>
        </p:txBody>
      </p:sp>
    </p:spTree>
    <p:extLst>
      <p:ext uri="{BB962C8B-B14F-4D97-AF65-F5344CB8AC3E}">
        <p14:creationId xmlns:p14="http://schemas.microsoft.com/office/powerpoint/2010/main" val="169561097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94C4A8-C2EB-4D2A-A43E-BE19EA9AE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4D2742BD-2E9C-46B7-AFF7-A440C094DF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3DB3F001-24C4-4191-A568-B1096B9ABF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C9F280-24DB-415F-8DF8-72D7FF3C4BF0}" type="datetimeFigureOut">
              <a:rPr lang="en-US" noProof="0" smtClean="0"/>
              <a:t>12/17/2022</a:t>
            </a:fld>
            <a:endParaRPr lang="en-US" noProof="0" dirty="0"/>
          </a:p>
        </p:txBody>
      </p:sp>
      <p:sp>
        <p:nvSpPr>
          <p:cNvPr id="5" name="Footer Placeholder 4">
            <a:extLst>
              <a:ext uri="{FF2B5EF4-FFF2-40B4-BE49-F238E27FC236}">
                <a16:creationId xmlns:a16="http://schemas.microsoft.com/office/drawing/2014/main" id="{E13E5E6E-ED1A-4700-A7E8-68DEBCDD6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552E6C46-B63C-4A83-8155-0AE7FABAD9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A9A2B-DCEA-459B-8067-44D042050D8C}" type="slidenum">
              <a:rPr lang="en-US" noProof="0" smtClean="0"/>
              <a:t>‹#›</a:t>
            </a:fld>
            <a:endParaRPr lang="en-US" noProof="0" dirty="0"/>
          </a:p>
        </p:txBody>
      </p:sp>
    </p:spTree>
    <p:extLst>
      <p:ext uri="{BB962C8B-B14F-4D97-AF65-F5344CB8AC3E}">
        <p14:creationId xmlns:p14="http://schemas.microsoft.com/office/powerpoint/2010/main" val="1853784886"/>
      </p:ext>
    </p:extLst>
  </p:cSld>
  <p:clrMap bg1="lt1" tx1="dk1" bg2="lt2" tx2="dk2" accent1="accent1" accent2="accent2" accent3="accent3" accent4="accent4" accent5="accent5" accent6="accent6" hlink="hlink" folHlink="folHlink"/>
  <p:sldLayoutIdLst>
    <p:sldLayoutId id="2147483691" r:id="rId1"/>
    <p:sldLayoutId id="2147483692" r:id="rId2"/>
  </p:sldLayoutIdLst>
  <p:txStyles>
    <p:titleStyle>
      <a:lvl1pPr algn="l" defTabSz="914400" rtl="0" eaLnBrk="1" latinLnBrk="0" hangingPunct="1">
        <a:lnSpc>
          <a:spcPct val="90000"/>
        </a:lnSpc>
        <a:spcBef>
          <a:spcPct val="0"/>
        </a:spcBef>
        <a:buNone/>
        <a:defRPr sz="27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228294" y="1926453"/>
            <a:ext cx="9587883" cy="1596675"/>
          </a:xfrm>
        </p:spPr>
        <p:txBody>
          <a:bodyPr/>
          <a:lstStyle/>
          <a:p>
            <a:r>
              <a:rPr lang="en-US" sz="4400" dirty="0"/>
              <a:t>Designing Movies Recommendation webpage using Flask Framework and Machine Learning</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5930283" y="3684233"/>
            <a:ext cx="5885895" cy="2947385"/>
          </a:xfrm>
        </p:spPr>
        <p:txBody>
          <a:bodyPr/>
          <a:lstStyle/>
          <a:p>
            <a:pPr marL="0" indent="0">
              <a:buNone/>
            </a:pPr>
            <a:r>
              <a:rPr lang="en-US" dirty="0"/>
              <a:t>T. SAI RAVI TEJA – 19BCE7150</a:t>
            </a:r>
          </a:p>
          <a:p>
            <a:pPr marL="0" indent="0">
              <a:buNone/>
            </a:pPr>
            <a:endParaRPr lang="en-US" dirty="0"/>
          </a:p>
          <a:p>
            <a:pPr marL="0" indent="0">
              <a:buNone/>
            </a:pPr>
            <a:r>
              <a:rPr lang="en-GB" dirty="0">
                <a:latin typeface="Roboto" panose="020B0604020202020204" pitchFamily="2" charset="0"/>
              </a:rPr>
              <a:t>V. SAI MANIKANTA – 19BCE7762</a:t>
            </a:r>
          </a:p>
          <a:p>
            <a:pPr marL="0" indent="0">
              <a:buNone/>
            </a:pPr>
            <a:endParaRPr lang="en-GB" b="0" i="0" dirty="0">
              <a:effectLst/>
              <a:latin typeface="Roboto" panose="020B0604020202020204" pitchFamily="2" charset="0"/>
            </a:endParaRPr>
          </a:p>
          <a:p>
            <a:pPr marL="0" indent="0">
              <a:buNone/>
            </a:pPr>
            <a:r>
              <a:rPr lang="en-GB" dirty="0">
                <a:latin typeface="Roboto" panose="020B0604020202020204" pitchFamily="2" charset="0"/>
              </a:rPr>
              <a:t>M. SAI PRANETH – 19BCE7094</a:t>
            </a:r>
            <a:endParaRPr lang="en-US" b="0" i="0" dirty="0">
              <a:effectLst/>
              <a:latin typeface="Roboto" panose="020B0604020202020204" pitchFamily="2" charset="0"/>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1838324" y="2085974"/>
            <a:ext cx="6775323" cy="1819276"/>
          </a:xfrm>
        </p:spPr>
        <p:txBody>
          <a:bodyPr>
            <a:normAutofit/>
          </a:bodyPr>
          <a:lstStyle/>
          <a:p>
            <a:r>
              <a:rPr lang="en-IN" sz="7200" dirty="0"/>
              <a:t>INDEX</a:t>
            </a:r>
          </a:p>
        </p:txBody>
      </p:sp>
    </p:spTree>
    <p:extLst>
      <p:ext uri="{BB962C8B-B14F-4D97-AF65-F5344CB8AC3E}">
        <p14:creationId xmlns:p14="http://schemas.microsoft.com/office/powerpoint/2010/main" val="1100757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3" y="190500"/>
            <a:ext cx="10607421" cy="6124575"/>
          </a:xfrm>
        </p:spPr>
        <p:txBody>
          <a:bodyPr>
            <a:normAutofit fontScale="90000"/>
          </a:bodyPr>
          <a:lstStyle/>
          <a:p>
            <a:r>
              <a:rPr lang="en-IN" sz="2800" dirty="0">
                <a:solidFill>
                  <a:schemeClr val="tx1"/>
                </a:solidFill>
              </a:rPr>
              <a:t>INTRODUCTION……………………………………………………………………………….4</a:t>
            </a:r>
            <a:br>
              <a:rPr lang="en-IN" sz="2800" dirty="0">
                <a:solidFill>
                  <a:schemeClr val="tx1"/>
                </a:solidFill>
              </a:rPr>
            </a:br>
            <a:r>
              <a:rPr lang="en-IN" sz="2800" dirty="0">
                <a:solidFill>
                  <a:schemeClr val="tx1"/>
                </a:solidFill>
              </a:rPr>
              <a:t>MOTIVATION…………………………………………………………………………………….6</a:t>
            </a:r>
            <a:br>
              <a:rPr lang="en-IN" sz="2800" dirty="0">
                <a:solidFill>
                  <a:schemeClr val="tx1"/>
                </a:solidFill>
              </a:rPr>
            </a:br>
            <a:r>
              <a:rPr lang="en-IN" sz="2800" dirty="0">
                <a:solidFill>
                  <a:schemeClr val="tx1"/>
                </a:solidFill>
              </a:rPr>
              <a:t>OBJECTIVE……………………………………………………………………………….………8</a:t>
            </a:r>
            <a:br>
              <a:rPr lang="en-IN" sz="2800" dirty="0">
                <a:solidFill>
                  <a:schemeClr val="tx1"/>
                </a:solidFill>
              </a:rPr>
            </a:br>
            <a:r>
              <a:rPr lang="en-IN" sz="2800" dirty="0">
                <a:solidFill>
                  <a:schemeClr val="tx1"/>
                </a:solidFill>
              </a:rPr>
              <a:t>LITERATURE SURVEY………………………………………………………………………10</a:t>
            </a:r>
            <a:br>
              <a:rPr lang="en-IN" sz="2800" dirty="0">
                <a:solidFill>
                  <a:schemeClr val="tx1"/>
                </a:solidFill>
              </a:rPr>
            </a:br>
            <a:r>
              <a:rPr lang="en-IN" sz="2800" dirty="0">
                <a:solidFill>
                  <a:schemeClr val="tx1"/>
                </a:solidFill>
              </a:rPr>
              <a:t>PROJECT SCOPE……………………………………………………………………….……17</a:t>
            </a:r>
            <a:br>
              <a:rPr lang="en-IN" sz="2800" dirty="0">
                <a:solidFill>
                  <a:schemeClr val="tx1"/>
                </a:solidFill>
              </a:rPr>
            </a:br>
            <a:r>
              <a:rPr lang="en-IN" sz="2800" dirty="0">
                <a:solidFill>
                  <a:schemeClr val="tx1"/>
                </a:solidFill>
              </a:rPr>
              <a:t>GENERAL TASK INVOLVED………………………………………………………………19</a:t>
            </a:r>
            <a:br>
              <a:rPr lang="en-IN" sz="2800" dirty="0">
                <a:solidFill>
                  <a:schemeClr val="tx1"/>
                </a:solidFill>
              </a:rPr>
            </a:br>
            <a:r>
              <a:rPr lang="en-IN" sz="2800" dirty="0">
                <a:solidFill>
                  <a:schemeClr val="tx1"/>
                </a:solidFill>
              </a:rPr>
              <a:t>REQUIREMENTS……………………………………………………………………………….21</a:t>
            </a:r>
            <a:br>
              <a:rPr lang="en-IN" sz="2800" dirty="0">
                <a:solidFill>
                  <a:schemeClr val="tx1"/>
                </a:solidFill>
              </a:rPr>
            </a:br>
            <a:r>
              <a:rPr lang="en-IN" sz="2800" dirty="0">
                <a:solidFill>
                  <a:schemeClr val="tx1"/>
                </a:solidFill>
              </a:rPr>
              <a:t>ARCHITECTURE DIAGRAM……………………………………………………………….24</a:t>
            </a:r>
            <a:br>
              <a:rPr lang="en-IN" sz="2800" dirty="0">
                <a:solidFill>
                  <a:schemeClr val="tx1"/>
                </a:solidFill>
              </a:rPr>
            </a:br>
            <a:r>
              <a:rPr lang="en-IN" sz="2800" dirty="0">
                <a:solidFill>
                  <a:schemeClr val="tx1"/>
                </a:solidFill>
              </a:rPr>
              <a:t>HYPOTHESIS…………………………………………………………………………………….26</a:t>
            </a:r>
            <a:br>
              <a:rPr lang="en-IN" sz="2800" dirty="0">
                <a:solidFill>
                  <a:schemeClr val="tx1"/>
                </a:solidFill>
              </a:rPr>
            </a:br>
            <a:r>
              <a:rPr lang="en-IN" sz="2800" dirty="0">
                <a:solidFill>
                  <a:schemeClr val="tx1"/>
                </a:solidFill>
              </a:rPr>
              <a:t>UML DIAGRAMS…………………………………………………………………………………28</a:t>
            </a:r>
            <a:br>
              <a:rPr lang="en-IN" sz="2800" dirty="0">
                <a:solidFill>
                  <a:schemeClr val="tx1"/>
                </a:solidFill>
              </a:rPr>
            </a:br>
            <a:r>
              <a:rPr lang="en-IN" sz="2800" dirty="0">
                <a:solidFill>
                  <a:schemeClr val="tx1"/>
                </a:solidFill>
              </a:rPr>
              <a:t>FRONT END……………………………………………………………………………………….33</a:t>
            </a:r>
            <a:br>
              <a:rPr lang="en-IN" sz="2800" dirty="0">
                <a:solidFill>
                  <a:schemeClr val="tx1"/>
                </a:solidFill>
              </a:rPr>
            </a:br>
            <a:r>
              <a:rPr lang="en-IN" sz="2800" dirty="0">
                <a:solidFill>
                  <a:schemeClr val="tx1"/>
                </a:solidFill>
              </a:rPr>
              <a:t>MACHINE LEARNING MODEL…………………………………………………………….36</a:t>
            </a:r>
            <a:br>
              <a:rPr lang="en-IN" sz="2800" dirty="0">
                <a:solidFill>
                  <a:schemeClr val="tx1"/>
                </a:solidFill>
              </a:rPr>
            </a:br>
            <a:r>
              <a:rPr lang="en-IN" sz="2800" dirty="0">
                <a:solidFill>
                  <a:schemeClr val="tx1"/>
                </a:solidFill>
              </a:rPr>
              <a:t>RESULTS…………………………………………………………………………………………….41</a:t>
            </a:r>
            <a:br>
              <a:rPr lang="en-IN" sz="2800" dirty="0">
                <a:solidFill>
                  <a:schemeClr val="tx1"/>
                </a:solidFill>
              </a:rPr>
            </a:br>
            <a:r>
              <a:rPr lang="en-IN" sz="2800" dirty="0">
                <a:solidFill>
                  <a:schemeClr val="tx1"/>
                </a:solidFill>
              </a:rPr>
              <a:t>CONCLUSION……………………………………………………………………………………..45</a:t>
            </a:r>
            <a:br>
              <a:rPr lang="en-IN" sz="2800" dirty="0">
                <a:solidFill>
                  <a:schemeClr val="tx1"/>
                </a:solidFill>
              </a:rPr>
            </a:br>
            <a:r>
              <a:rPr lang="en-IN" sz="2800" dirty="0">
                <a:solidFill>
                  <a:schemeClr val="tx1"/>
                </a:solidFill>
              </a:rPr>
              <a:t>FUTURE SCOPE………………………………………………………………………………….47</a:t>
            </a:r>
            <a:br>
              <a:rPr lang="en-IN" sz="2800" dirty="0">
                <a:solidFill>
                  <a:schemeClr val="tx1"/>
                </a:solidFill>
              </a:rPr>
            </a:br>
            <a:r>
              <a:rPr lang="en-IN" sz="2800" dirty="0">
                <a:solidFill>
                  <a:schemeClr val="tx1"/>
                </a:solidFill>
              </a:rPr>
              <a:t>REFERENCES……………………………………………………………………………………….49</a:t>
            </a:r>
            <a:br>
              <a:rPr lang="en-IN" sz="2800" dirty="0">
                <a:solidFill>
                  <a:schemeClr val="tx1"/>
                </a:solidFill>
              </a:rPr>
            </a:br>
            <a:r>
              <a:rPr lang="en-IN" sz="2800" dirty="0">
                <a:solidFill>
                  <a:schemeClr val="tx1"/>
                </a:solidFill>
              </a:rPr>
              <a:t>TIME LINE……………………………………………………………………………………………51</a:t>
            </a:r>
          </a:p>
        </p:txBody>
      </p:sp>
    </p:spTree>
    <p:extLst>
      <p:ext uri="{BB962C8B-B14F-4D97-AF65-F5344CB8AC3E}">
        <p14:creationId xmlns:p14="http://schemas.microsoft.com/office/powerpoint/2010/main" val="2539576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4" y="2085974"/>
            <a:ext cx="7781544" cy="1343025"/>
          </a:xfrm>
        </p:spPr>
        <p:txBody>
          <a:bodyPr>
            <a:normAutofit/>
          </a:bodyPr>
          <a:lstStyle/>
          <a:p>
            <a:r>
              <a:rPr lang="en-IN" dirty="0"/>
              <a:t>INTRODUCTION</a:t>
            </a:r>
          </a:p>
        </p:txBody>
      </p:sp>
    </p:spTree>
    <p:extLst>
      <p:ext uri="{BB962C8B-B14F-4D97-AF65-F5344CB8AC3E}">
        <p14:creationId xmlns:p14="http://schemas.microsoft.com/office/powerpoint/2010/main" val="4106441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72862" y="1127464"/>
            <a:ext cx="9701580" cy="4367814"/>
          </a:xfrm>
        </p:spPr>
        <p:txBody>
          <a:bodyPr>
            <a:normAutofit fontScale="90000"/>
          </a:bodyPr>
          <a:lstStyle/>
          <a:p>
            <a:br>
              <a:rPr lang="en-US" sz="4900" u="sng" dirty="0"/>
            </a:br>
            <a:br>
              <a:rPr lang="en-US" sz="4900" u="sng" dirty="0"/>
            </a:br>
            <a:r>
              <a:rPr lang="en-US" sz="4900" dirty="0"/>
              <a:t>   </a:t>
            </a:r>
            <a:br>
              <a:rPr lang="en-US" sz="4900" dirty="0"/>
            </a:br>
            <a:r>
              <a:rPr lang="en-US" sz="4900" dirty="0"/>
              <a:t>    </a:t>
            </a:r>
            <a:r>
              <a:rPr lang="en-US" sz="3600" dirty="0"/>
              <a:t>Movies has been part of everyone life now a days getting favorite movies has been a task. Movies similar to their liked movies might be their favorite ones. </a:t>
            </a:r>
            <a:br>
              <a:rPr lang="en-US" sz="3600" dirty="0"/>
            </a:br>
            <a:br>
              <a:rPr lang="en-US" sz="3600" dirty="0"/>
            </a:br>
            <a:r>
              <a:rPr lang="en-US" sz="3600" dirty="0"/>
              <a:t>      This approach is useful now a days as there are lots of movies out there to watch and often confuse what to watch.</a:t>
            </a:r>
            <a:br>
              <a:rPr lang="en-US" sz="3600" u="sng" dirty="0"/>
            </a:br>
            <a:endParaRPr lang="en-US" sz="3600" u="sng" dirty="0"/>
          </a:p>
        </p:txBody>
      </p:sp>
    </p:spTree>
    <p:extLst>
      <p:ext uri="{BB962C8B-B14F-4D97-AF65-F5344CB8AC3E}">
        <p14:creationId xmlns:p14="http://schemas.microsoft.com/office/powerpoint/2010/main" val="404451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4" y="2085974"/>
            <a:ext cx="7781544" cy="1343025"/>
          </a:xfrm>
        </p:spPr>
        <p:txBody>
          <a:bodyPr>
            <a:normAutofit/>
          </a:bodyPr>
          <a:lstStyle/>
          <a:p>
            <a:r>
              <a:rPr lang="en-IN" dirty="0"/>
              <a:t>MOTIVATION</a:t>
            </a:r>
          </a:p>
        </p:txBody>
      </p:sp>
    </p:spTree>
    <p:extLst>
      <p:ext uri="{BB962C8B-B14F-4D97-AF65-F5344CB8AC3E}">
        <p14:creationId xmlns:p14="http://schemas.microsoft.com/office/powerpoint/2010/main" val="4021851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72862" y="1127464"/>
            <a:ext cx="8952113" cy="3320711"/>
          </a:xfrm>
        </p:spPr>
        <p:txBody>
          <a:bodyPr>
            <a:normAutofit fontScale="90000"/>
          </a:bodyPr>
          <a:lstStyle/>
          <a:p>
            <a:r>
              <a:rPr lang="en-US" sz="4900" dirty="0"/>
              <a:t>   Watching movies is everyday routine in many people life. But getting movies based on their </a:t>
            </a:r>
            <a:r>
              <a:rPr lang="en-US" sz="4900" dirty="0" err="1"/>
              <a:t>interst</a:t>
            </a:r>
            <a:r>
              <a:rPr lang="en-US" sz="4900" dirty="0"/>
              <a:t> has been a difficult task.</a:t>
            </a:r>
            <a:endParaRPr lang="en-US" u="sng" dirty="0"/>
          </a:p>
        </p:txBody>
      </p:sp>
    </p:spTree>
    <p:extLst>
      <p:ext uri="{BB962C8B-B14F-4D97-AF65-F5344CB8AC3E}">
        <p14:creationId xmlns:p14="http://schemas.microsoft.com/office/powerpoint/2010/main" val="1824488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4" y="2085974"/>
            <a:ext cx="7781544" cy="2020805"/>
          </a:xfrm>
        </p:spPr>
        <p:txBody>
          <a:bodyPr>
            <a:normAutofit/>
          </a:bodyPr>
          <a:lstStyle/>
          <a:p>
            <a:br>
              <a:rPr lang="en-IN" dirty="0"/>
            </a:br>
            <a:r>
              <a:rPr lang="en-IN" dirty="0"/>
              <a:t>OBJECTIVE</a:t>
            </a:r>
          </a:p>
        </p:txBody>
      </p:sp>
    </p:spTree>
    <p:extLst>
      <p:ext uri="{BB962C8B-B14F-4D97-AF65-F5344CB8AC3E}">
        <p14:creationId xmlns:p14="http://schemas.microsoft.com/office/powerpoint/2010/main" val="1061959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72862" y="1127464"/>
            <a:ext cx="8240786" cy="3682661"/>
          </a:xfrm>
        </p:spPr>
        <p:txBody>
          <a:bodyPr>
            <a:normAutofit fontScale="90000"/>
          </a:bodyPr>
          <a:lstStyle/>
          <a:p>
            <a:br>
              <a:rPr lang="en-US" sz="4900" u="sng" dirty="0"/>
            </a:br>
            <a:br>
              <a:rPr lang="en-US" sz="4900" u="sng" dirty="0"/>
            </a:br>
            <a:br>
              <a:rPr lang="en-US" sz="4900" u="sng" dirty="0"/>
            </a:br>
            <a:r>
              <a:rPr lang="en-US" sz="4900" dirty="0"/>
              <a:t>  </a:t>
            </a:r>
            <a:br>
              <a:rPr lang="en-US" sz="4900" dirty="0"/>
            </a:br>
            <a:r>
              <a:rPr lang="en-US" sz="4900" dirty="0"/>
              <a:t>    </a:t>
            </a:r>
            <a:r>
              <a:rPr lang="en-US" sz="4000" dirty="0"/>
              <a:t>To create a website which recommends users films based on the user interest using Machine Learning Algorithm.</a:t>
            </a:r>
            <a:br>
              <a:rPr lang="en-US" u="sng" dirty="0"/>
            </a:br>
            <a:endParaRPr lang="en-US" u="sng"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4" y="2085974"/>
            <a:ext cx="7781544" cy="1343025"/>
          </a:xfrm>
        </p:spPr>
        <p:txBody>
          <a:bodyPr>
            <a:normAutofit/>
          </a:bodyPr>
          <a:lstStyle/>
          <a:p>
            <a:r>
              <a:rPr lang="en-IN" dirty="0"/>
              <a:t>LITERATURE SURVEY</a:t>
            </a:r>
          </a:p>
        </p:txBody>
      </p:sp>
    </p:spTree>
    <p:extLst>
      <p:ext uri="{BB962C8B-B14F-4D97-AF65-F5344CB8AC3E}">
        <p14:creationId xmlns:p14="http://schemas.microsoft.com/office/powerpoint/2010/main" val="568929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78292487"/>
              </p:ext>
            </p:extLst>
          </p:nvPr>
        </p:nvGraphicFramePr>
        <p:xfrm>
          <a:off x="838200" y="649134"/>
          <a:ext cx="10515600" cy="5778560"/>
        </p:xfrm>
        <a:graphic>
          <a:graphicData uri="http://schemas.openxmlformats.org/drawingml/2006/table">
            <a:tbl>
              <a:tblPr firstRow="1" bandRow="1">
                <a:tableStyleId>{5940675A-B579-460E-94D1-54222C63F5DA}</a:tableStyleId>
              </a:tblPr>
              <a:tblGrid>
                <a:gridCol w="820783">
                  <a:extLst>
                    <a:ext uri="{9D8B030D-6E8A-4147-A177-3AD203B41FA5}">
                      <a16:colId xmlns:a16="http://schemas.microsoft.com/office/drawing/2014/main" val="530541513"/>
                    </a:ext>
                  </a:extLst>
                </a:gridCol>
                <a:gridCol w="2599252">
                  <a:extLst>
                    <a:ext uri="{9D8B030D-6E8A-4147-A177-3AD203B41FA5}">
                      <a16:colId xmlns:a16="http://schemas.microsoft.com/office/drawing/2014/main" val="2550678551"/>
                    </a:ext>
                  </a:extLst>
                </a:gridCol>
                <a:gridCol w="4924954">
                  <a:extLst>
                    <a:ext uri="{9D8B030D-6E8A-4147-A177-3AD203B41FA5}">
                      <a16:colId xmlns:a16="http://schemas.microsoft.com/office/drawing/2014/main" val="1442083461"/>
                    </a:ext>
                  </a:extLst>
                </a:gridCol>
                <a:gridCol w="1484811">
                  <a:extLst>
                    <a:ext uri="{9D8B030D-6E8A-4147-A177-3AD203B41FA5}">
                      <a16:colId xmlns:a16="http://schemas.microsoft.com/office/drawing/2014/main" val="2447979435"/>
                    </a:ext>
                  </a:extLst>
                </a:gridCol>
                <a:gridCol w="685800">
                  <a:extLst>
                    <a:ext uri="{9D8B030D-6E8A-4147-A177-3AD203B41FA5}">
                      <a16:colId xmlns:a16="http://schemas.microsoft.com/office/drawing/2014/main" val="1509501174"/>
                    </a:ext>
                  </a:extLst>
                </a:gridCol>
              </a:tblGrid>
              <a:tr h="1121647">
                <a:tc>
                  <a:txBody>
                    <a:bodyPr/>
                    <a:lstStyle/>
                    <a:p>
                      <a:r>
                        <a:rPr lang="en-US" dirty="0" err="1"/>
                        <a:t>s.No</a:t>
                      </a:r>
                      <a:endParaRPr lang="en-US" dirty="0"/>
                    </a:p>
                  </a:txBody>
                  <a:tcPr/>
                </a:tc>
                <a:tc>
                  <a:txBody>
                    <a:bodyPr/>
                    <a:lstStyle/>
                    <a:p>
                      <a:r>
                        <a:rPr lang="en-US" dirty="0"/>
                        <a:t>Title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Points</a:t>
                      </a:r>
                    </a:p>
                    <a:p>
                      <a:endParaRPr lang="en-US" dirty="0"/>
                    </a:p>
                  </a:txBody>
                  <a:tcPr/>
                </a:tc>
                <a:tc>
                  <a:txBody>
                    <a:bodyPr/>
                    <a:lstStyle/>
                    <a:p>
                      <a:r>
                        <a:rPr lang="en-US" dirty="0"/>
                        <a:t>Author</a:t>
                      </a:r>
                    </a:p>
                  </a:txBody>
                  <a:tcPr/>
                </a:tc>
                <a:tc>
                  <a:txBody>
                    <a:bodyPr/>
                    <a:lstStyle/>
                    <a:p>
                      <a:r>
                        <a:rPr lang="en-US" dirty="0"/>
                        <a:t>Year</a:t>
                      </a:r>
                      <a:r>
                        <a:rPr lang="en-US" baseline="0" dirty="0"/>
                        <a:t> </a:t>
                      </a:r>
                      <a:endParaRPr lang="en-US" dirty="0"/>
                    </a:p>
                  </a:txBody>
                  <a:tcPr/>
                </a:tc>
                <a:extLst>
                  <a:ext uri="{0D108BD9-81ED-4DB2-BD59-A6C34878D82A}">
                    <a16:rowId xmlns:a16="http://schemas.microsoft.com/office/drawing/2014/main" val="101899690"/>
                  </a:ext>
                </a:extLst>
              </a:tr>
              <a:tr h="4656913">
                <a:tc>
                  <a: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1</a:t>
                      </a:r>
                    </a:p>
                  </a:txBody>
                  <a:tcPr/>
                </a:tc>
                <a:tc>
                  <a:txBody>
                    <a:bodyPr/>
                    <a:lstStyle/>
                    <a:p>
                      <a:endParaRPr lang="en-US" dirty="0"/>
                    </a:p>
                    <a:p>
                      <a:endParaRPr lang="en-US" dirty="0"/>
                    </a:p>
                    <a:p>
                      <a:endParaRPr lang="en-US" dirty="0"/>
                    </a:p>
                    <a:p>
                      <a:endParaRPr lang="en-US" dirty="0"/>
                    </a:p>
                    <a:p>
                      <a:endParaRPr lang="en-US" dirty="0"/>
                    </a:p>
                    <a:p>
                      <a:endParaRPr lang="en-US" dirty="0"/>
                    </a:p>
                    <a:p>
                      <a:r>
                        <a:rPr lang="en-US" dirty="0"/>
                        <a:t>Movie Recommendation System Using Machine Learning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Publisher: IJRIE</a:t>
                      </a:r>
                    </a:p>
                  </a:txBody>
                  <a:tcPr/>
                </a:tc>
                <a:tc>
                  <a:txBody>
                    <a:bodyPr/>
                    <a:lstStyle/>
                    <a:p>
                      <a:pPr marL="285750" indent="-285750">
                        <a:buFont typeface="Wingdings" panose="05000000000000000000" pitchFamily="2" charset="2"/>
                        <a:buChar char="v"/>
                      </a:pPr>
                      <a:r>
                        <a:rPr lang="en-US" dirty="0"/>
                        <a:t>KNN based Machine learning algorithm</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First, a new user is provided with a screen that contains a search bar that allows him to search for a particular movie.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The user’s local data, which is the movies he has previously watched and the ratings provided by him will be stored in a separate database. </a:t>
                      </a:r>
                    </a:p>
                    <a:p>
                      <a:pPr marL="0" indent="0">
                        <a:buFont typeface="Wingdings" panose="05000000000000000000" pitchFamily="2" charset="2"/>
                        <a:buNone/>
                      </a:pPr>
                      <a:endParaRPr lang="en-US" dirty="0"/>
                    </a:p>
                    <a:p>
                      <a:pPr marL="285750" indent="-285750">
                        <a:buFont typeface="Wingdings" panose="05000000000000000000" pitchFamily="2" charset="2"/>
                        <a:buChar char="v"/>
                      </a:pPr>
                      <a:r>
                        <a:rPr lang="en-US" dirty="0"/>
                        <a:t> All the information about movies such as genre, abstract, the title will be stored in a “Movie data” </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IN" dirty="0"/>
                        <a:t>Collaborative Model based filtering is used.</a:t>
                      </a:r>
                      <a:endParaRPr lang="en-US" dirty="0"/>
                    </a:p>
                  </a:txBody>
                  <a:tcPr/>
                </a:tc>
                <a:tc>
                  <a:txBody>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err="1"/>
                        <a:t>F.Furtado</a:t>
                      </a: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 Singh</a:t>
                      </a:r>
                      <a:endParaRPr lang="en-US" u="none"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2020</a:t>
                      </a:r>
                    </a:p>
                  </a:txBody>
                  <a:tcPr/>
                </a:tc>
                <a:extLst>
                  <a:ext uri="{0D108BD9-81ED-4DB2-BD59-A6C34878D82A}">
                    <a16:rowId xmlns:a16="http://schemas.microsoft.com/office/drawing/2014/main" val="1685857212"/>
                  </a:ext>
                </a:extLst>
              </a:tr>
            </a:tbl>
          </a:graphicData>
        </a:graphic>
      </p:graphicFrame>
    </p:spTree>
    <p:extLst>
      <p:ext uri="{BB962C8B-B14F-4D97-AF65-F5344CB8AC3E}">
        <p14:creationId xmlns:p14="http://schemas.microsoft.com/office/powerpoint/2010/main" val="3105080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598975582"/>
              </p:ext>
            </p:extLst>
          </p:nvPr>
        </p:nvGraphicFramePr>
        <p:xfrm>
          <a:off x="838199" y="834190"/>
          <a:ext cx="10887636" cy="4796590"/>
        </p:xfrm>
        <a:graphic>
          <a:graphicData uri="http://schemas.openxmlformats.org/drawingml/2006/table">
            <a:tbl>
              <a:tblPr firstRow="1" bandRow="1">
                <a:tableStyleId>{5940675A-B579-460E-94D1-54222C63F5DA}</a:tableStyleId>
              </a:tblPr>
              <a:tblGrid>
                <a:gridCol w="721660">
                  <a:extLst>
                    <a:ext uri="{9D8B030D-6E8A-4147-A177-3AD203B41FA5}">
                      <a16:colId xmlns:a16="http://schemas.microsoft.com/office/drawing/2014/main" val="530541513"/>
                    </a:ext>
                  </a:extLst>
                </a:gridCol>
                <a:gridCol w="3171290">
                  <a:extLst>
                    <a:ext uri="{9D8B030D-6E8A-4147-A177-3AD203B41FA5}">
                      <a16:colId xmlns:a16="http://schemas.microsoft.com/office/drawing/2014/main" val="2550678551"/>
                    </a:ext>
                  </a:extLst>
                </a:gridCol>
                <a:gridCol w="4747280">
                  <a:extLst>
                    <a:ext uri="{9D8B030D-6E8A-4147-A177-3AD203B41FA5}">
                      <a16:colId xmlns:a16="http://schemas.microsoft.com/office/drawing/2014/main" val="1442083461"/>
                    </a:ext>
                  </a:extLst>
                </a:gridCol>
                <a:gridCol w="1539195">
                  <a:extLst>
                    <a:ext uri="{9D8B030D-6E8A-4147-A177-3AD203B41FA5}">
                      <a16:colId xmlns:a16="http://schemas.microsoft.com/office/drawing/2014/main" val="2447979435"/>
                    </a:ext>
                  </a:extLst>
                </a:gridCol>
                <a:gridCol w="708211">
                  <a:extLst>
                    <a:ext uri="{9D8B030D-6E8A-4147-A177-3AD203B41FA5}">
                      <a16:colId xmlns:a16="http://schemas.microsoft.com/office/drawing/2014/main" val="1509501174"/>
                    </a:ext>
                  </a:extLst>
                </a:gridCol>
              </a:tblGrid>
              <a:tr h="819548">
                <a:tc>
                  <a:txBody>
                    <a:bodyPr/>
                    <a:lstStyle/>
                    <a:p>
                      <a:r>
                        <a:rPr lang="en-US" dirty="0" err="1"/>
                        <a:t>s.No</a:t>
                      </a:r>
                      <a:endParaRPr lang="en-US" dirty="0"/>
                    </a:p>
                  </a:txBody>
                  <a:tcPr/>
                </a:tc>
                <a:tc>
                  <a:txBody>
                    <a:bodyPr/>
                    <a:lstStyle/>
                    <a:p>
                      <a:r>
                        <a:rPr lang="en-US" dirty="0"/>
                        <a:t>Title </a:t>
                      </a:r>
                    </a:p>
                  </a:txBody>
                  <a:tcPr/>
                </a:tc>
                <a:tc>
                  <a:txBody>
                    <a:bodyPr/>
                    <a:lstStyle/>
                    <a:p>
                      <a:r>
                        <a:rPr lang="en-US" dirty="0"/>
                        <a:t>Key Points</a:t>
                      </a:r>
                    </a:p>
                  </a:txBody>
                  <a:tcPr/>
                </a:tc>
                <a:tc>
                  <a:txBody>
                    <a:bodyPr/>
                    <a:lstStyle/>
                    <a:p>
                      <a:r>
                        <a:rPr lang="en-US" dirty="0"/>
                        <a:t>Author</a:t>
                      </a:r>
                    </a:p>
                  </a:txBody>
                  <a:tcPr/>
                </a:tc>
                <a:tc>
                  <a:txBody>
                    <a:bodyPr/>
                    <a:lstStyle/>
                    <a:p>
                      <a:r>
                        <a:rPr lang="en-US" dirty="0"/>
                        <a:t>Year</a:t>
                      </a:r>
                      <a:r>
                        <a:rPr lang="en-US" baseline="0" dirty="0"/>
                        <a:t> </a:t>
                      </a:r>
                      <a:endParaRPr lang="en-US" dirty="0"/>
                    </a:p>
                  </a:txBody>
                  <a:tcPr/>
                </a:tc>
                <a:extLst>
                  <a:ext uri="{0D108BD9-81ED-4DB2-BD59-A6C34878D82A}">
                    <a16:rowId xmlns:a16="http://schemas.microsoft.com/office/drawing/2014/main" val="101899690"/>
                  </a:ext>
                </a:extLst>
              </a:tr>
              <a:tr h="3977042">
                <a:tc>
                  <a:txBody>
                    <a:bodyPr/>
                    <a:lstStyle/>
                    <a:p>
                      <a:endParaRPr lang="en-US" dirty="0"/>
                    </a:p>
                    <a:p>
                      <a:endParaRPr lang="en-US" dirty="0"/>
                    </a:p>
                    <a:p>
                      <a:endParaRPr lang="en-US" dirty="0"/>
                    </a:p>
                    <a:p>
                      <a:endParaRPr lang="en-US" dirty="0"/>
                    </a:p>
                    <a:p>
                      <a:endParaRPr lang="en-US" dirty="0"/>
                    </a:p>
                    <a:p>
                      <a:r>
                        <a:rPr lang="en-US" dirty="0"/>
                        <a:t>2</a:t>
                      </a:r>
                    </a:p>
                  </a:txBody>
                  <a:tcPr/>
                </a:tc>
                <a:tc>
                  <a:txBody>
                    <a:bodyPr/>
                    <a:lstStyle/>
                    <a:p>
                      <a:endParaRPr lang="en-US" dirty="0"/>
                    </a:p>
                    <a:p>
                      <a:endParaRPr lang="en-US" dirty="0"/>
                    </a:p>
                    <a:p>
                      <a:endParaRPr lang="en-US" dirty="0"/>
                    </a:p>
                    <a:p>
                      <a:endParaRPr lang="en-US" dirty="0"/>
                    </a:p>
                    <a:p>
                      <a:r>
                        <a:rPr lang="en-US" dirty="0"/>
                        <a:t>A Review on Movie Recommendation System Using Machine Learning</a:t>
                      </a:r>
                    </a:p>
                    <a:p>
                      <a:endParaRPr lang="en-US" dirty="0"/>
                    </a:p>
                    <a:p>
                      <a:r>
                        <a:rPr lang="en-US" dirty="0"/>
                        <a:t>Publisher: IEEE</a:t>
                      </a:r>
                    </a:p>
                    <a:p>
                      <a:endParaRPr lang="en-US" sz="1800" b="0" i="0" kern="1200" dirty="0">
                        <a:solidFill>
                          <a:schemeClr val="tx1"/>
                        </a:solidFill>
                        <a:effectLst/>
                        <a:latin typeface="+mn-lt"/>
                        <a:ea typeface="+mn-ea"/>
                        <a:cs typeface="+mn-cs"/>
                      </a:endParaRPr>
                    </a:p>
                    <a:p>
                      <a:br>
                        <a:rPr lang="en-US" sz="1800" b="0" i="0" kern="1200" dirty="0">
                          <a:solidFill>
                            <a:schemeClr val="tx1"/>
                          </a:solidFill>
                          <a:effectLst/>
                          <a:latin typeface="+mn-lt"/>
                          <a:ea typeface="+mn-ea"/>
                          <a:cs typeface="+mn-cs"/>
                        </a:rPr>
                      </a:br>
                      <a:endParaRPr lang="en-US" dirty="0"/>
                    </a:p>
                  </a:txBody>
                  <a:tcPr/>
                </a:tc>
                <a:tc>
                  <a:txBody>
                    <a:bodyPr/>
                    <a:lstStyle/>
                    <a:p>
                      <a:pPr marL="285750" indent="-285750">
                        <a:buFont typeface="Wingdings" panose="05000000000000000000" pitchFamily="2" charset="2"/>
                        <a:buChar char="v"/>
                      </a:pPr>
                      <a:endParaRPr lang="en-US" dirty="0"/>
                    </a:p>
                    <a:p>
                      <a:pPr marL="0" indent="0">
                        <a:buFont typeface="Wingdings" panose="05000000000000000000" pitchFamily="2" charset="2"/>
                        <a:buNone/>
                      </a:pPr>
                      <a:endParaRPr lang="en-US" dirty="0"/>
                    </a:p>
                    <a:p>
                      <a:pPr marL="285750" indent="-285750">
                        <a:buFont typeface="Wingdings" panose="05000000000000000000" pitchFamily="2" charset="2"/>
                        <a:buChar char="v"/>
                      </a:pPr>
                      <a:r>
                        <a:rPr lang="en-US" dirty="0"/>
                        <a:t>CONTENT BASED FILTERING</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COLLABORATIVE FILTERING</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KNN ALGORITHM</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MATRIX FACTORIZATION</a:t>
                      </a:r>
                    </a:p>
                    <a:p>
                      <a:pPr marL="285750" indent="-285750">
                        <a:buFont typeface="Wingdings" panose="05000000000000000000" pitchFamily="2" charset="2"/>
                        <a:buChar char="v"/>
                      </a:pPr>
                      <a:endParaRPr lang="en-US" dirty="0"/>
                    </a:p>
                  </a:txBody>
                  <a:tcPr/>
                </a:tc>
                <a:tc>
                  <a:txBody>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Smitha</a:t>
                      </a:r>
                    </a:p>
                    <a:p>
                      <a:pPr marL="0" indent="0">
                        <a:buFont typeface="Arial" panose="020B0604020202020204" pitchFamily="34" charset="0"/>
                        <a:buNone/>
                      </a:pPr>
                      <a:r>
                        <a:rPr lang="en-IN" dirty="0"/>
                        <a:t>    </a:t>
                      </a:r>
                    </a:p>
                    <a:p>
                      <a:pPr marL="285750" indent="-285750">
                        <a:buFont typeface="Arial" panose="020B0604020202020204" pitchFamily="34" charset="0"/>
                        <a:buChar char="•"/>
                      </a:pPr>
                      <a:r>
                        <a:rPr lang="en-IN" dirty="0"/>
                        <a:t>Anusha  </a:t>
                      </a:r>
                    </a:p>
                    <a:p>
                      <a:pPr marL="0" indent="0">
                        <a:buFont typeface="Arial" panose="020B0604020202020204" pitchFamily="34" charset="0"/>
                        <a:buNone/>
                      </a:pPr>
                      <a:endParaRPr lang="en-IN" dirty="0"/>
                    </a:p>
                    <a:p>
                      <a:pPr marL="0" indent="0">
                        <a:buFont typeface="Arial" panose="020B0604020202020204" pitchFamily="34" charset="0"/>
                        <a:buNone/>
                      </a:pPr>
                      <a:endParaRPr lang="en-IN" dirty="0"/>
                    </a:p>
                  </a:txBody>
                  <a:tcPr/>
                </a:tc>
                <a:tc>
                  <a:txBody>
                    <a:bodyPr/>
                    <a:lstStyle/>
                    <a:p>
                      <a:endParaRPr lang="en-US" dirty="0"/>
                    </a:p>
                    <a:p>
                      <a:endParaRPr lang="en-US" dirty="0"/>
                    </a:p>
                    <a:p>
                      <a:endParaRPr lang="en-US" dirty="0"/>
                    </a:p>
                    <a:p>
                      <a:endParaRPr lang="en-US" dirty="0"/>
                    </a:p>
                    <a:p>
                      <a:endParaRPr lang="en-US" dirty="0"/>
                    </a:p>
                    <a:p>
                      <a:r>
                        <a:rPr lang="en-US" dirty="0"/>
                        <a:t>2021</a:t>
                      </a:r>
                    </a:p>
                  </a:txBody>
                  <a:tcPr/>
                </a:tc>
                <a:extLst>
                  <a:ext uri="{0D108BD9-81ED-4DB2-BD59-A6C34878D82A}">
                    <a16:rowId xmlns:a16="http://schemas.microsoft.com/office/drawing/2014/main" val="1685857212"/>
                  </a:ext>
                </a:extLst>
              </a:tr>
            </a:tbl>
          </a:graphicData>
        </a:graphic>
      </p:graphicFrame>
    </p:spTree>
    <p:extLst>
      <p:ext uri="{BB962C8B-B14F-4D97-AF65-F5344CB8AC3E}">
        <p14:creationId xmlns:p14="http://schemas.microsoft.com/office/powerpoint/2010/main" val="1703273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84600187"/>
              </p:ext>
            </p:extLst>
          </p:nvPr>
        </p:nvGraphicFramePr>
        <p:xfrm>
          <a:off x="161364" y="914401"/>
          <a:ext cx="11860306" cy="4374775"/>
        </p:xfrm>
        <a:graphic>
          <a:graphicData uri="http://schemas.openxmlformats.org/drawingml/2006/table">
            <a:tbl>
              <a:tblPr firstRow="1" bandRow="1">
                <a:tableStyleId>{5940675A-B579-460E-94D1-54222C63F5DA}</a:tableStyleId>
              </a:tblPr>
              <a:tblGrid>
                <a:gridCol w="848087">
                  <a:extLst>
                    <a:ext uri="{9D8B030D-6E8A-4147-A177-3AD203B41FA5}">
                      <a16:colId xmlns:a16="http://schemas.microsoft.com/office/drawing/2014/main" val="530541513"/>
                    </a:ext>
                  </a:extLst>
                </a:gridCol>
                <a:gridCol w="2533849">
                  <a:extLst>
                    <a:ext uri="{9D8B030D-6E8A-4147-A177-3AD203B41FA5}">
                      <a16:colId xmlns:a16="http://schemas.microsoft.com/office/drawing/2014/main" val="2550678551"/>
                    </a:ext>
                  </a:extLst>
                </a:gridCol>
                <a:gridCol w="5276850">
                  <a:extLst>
                    <a:ext uri="{9D8B030D-6E8A-4147-A177-3AD203B41FA5}">
                      <a16:colId xmlns:a16="http://schemas.microsoft.com/office/drawing/2014/main" val="1442083461"/>
                    </a:ext>
                  </a:extLst>
                </a:gridCol>
                <a:gridCol w="2358838">
                  <a:extLst>
                    <a:ext uri="{9D8B030D-6E8A-4147-A177-3AD203B41FA5}">
                      <a16:colId xmlns:a16="http://schemas.microsoft.com/office/drawing/2014/main" val="2447979435"/>
                    </a:ext>
                  </a:extLst>
                </a:gridCol>
                <a:gridCol w="842682">
                  <a:extLst>
                    <a:ext uri="{9D8B030D-6E8A-4147-A177-3AD203B41FA5}">
                      <a16:colId xmlns:a16="http://schemas.microsoft.com/office/drawing/2014/main" val="1509501174"/>
                    </a:ext>
                  </a:extLst>
                </a:gridCol>
              </a:tblGrid>
              <a:tr h="747476">
                <a:tc>
                  <a:txBody>
                    <a:bodyPr/>
                    <a:lstStyle/>
                    <a:p>
                      <a:r>
                        <a:rPr lang="en-US" dirty="0" err="1"/>
                        <a:t>s.No</a:t>
                      </a:r>
                      <a:endParaRPr lang="en-US" dirty="0"/>
                    </a:p>
                  </a:txBody>
                  <a:tcPr/>
                </a:tc>
                <a:tc>
                  <a:txBody>
                    <a:bodyPr/>
                    <a:lstStyle/>
                    <a:p>
                      <a:r>
                        <a:rPr lang="en-US" dirty="0"/>
                        <a:t>Title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Points</a:t>
                      </a:r>
                    </a:p>
                    <a:p>
                      <a:endParaRPr lang="en-US" dirty="0"/>
                    </a:p>
                  </a:txBody>
                  <a:tcPr/>
                </a:tc>
                <a:tc>
                  <a:txBody>
                    <a:bodyPr/>
                    <a:lstStyle/>
                    <a:p>
                      <a:r>
                        <a:rPr lang="en-US" dirty="0"/>
                        <a:t>Author</a:t>
                      </a:r>
                    </a:p>
                  </a:txBody>
                  <a:tcPr/>
                </a:tc>
                <a:tc>
                  <a:txBody>
                    <a:bodyPr/>
                    <a:lstStyle/>
                    <a:p>
                      <a:r>
                        <a:rPr lang="en-US" dirty="0"/>
                        <a:t>Year</a:t>
                      </a:r>
                      <a:r>
                        <a:rPr lang="en-US" baseline="0" dirty="0"/>
                        <a:t> </a:t>
                      </a:r>
                      <a:endParaRPr lang="en-US" dirty="0"/>
                    </a:p>
                  </a:txBody>
                  <a:tcPr/>
                </a:tc>
                <a:extLst>
                  <a:ext uri="{0D108BD9-81ED-4DB2-BD59-A6C34878D82A}">
                    <a16:rowId xmlns:a16="http://schemas.microsoft.com/office/drawing/2014/main" val="101899690"/>
                  </a:ext>
                </a:extLst>
              </a:tr>
              <a:tr h="3627299">
                <a:tc>
                  <a:txBody>
                    <a:bodyPr/>
                    <a:lstStyle/>
                    <a:p>
                      <a:endParaRPr lang="en-US" dirty="0"/>
                    </a:p>
                    <a:p>
                      <a:endParaRPr lang="en-US" dirty="0"/>
                    </a:p>
                    <a:p>
                      <a:endParaRPr lang="en-US" dirty="0"/>
                    </a:p>
                    <a:p>
                      <a:endParaRPr lang="en-US" dirty="0"/>
                    </a:p>
                    <a:p>
                      <a:r>
                        <a:rPr lang="en-US" dirty="0"/>
                        <a:t>3</a:t>
                      </a:r>
                    </a:p>
                  </a:txBody>
                  <a:tcPr/>
                </a:tc>
                <a:tc>
                  <a:txBody>
                    <a:bodyPr/>
                    <a:lstStyle/>
                    <a:p>
                      <a:endParaRPr lang="en-US" dirty="0"/>
                    </a:p>
                    <a:p>
                      <a:endParaRPr lang="en-US" dirty="0"/>
                    </a:p>
                    <a:p>
                      <a:endParaRPr lang="en-US" dirty="0"/>
                    </a:p>
                    <a:p>
                      <a:r>
                        <a:rPr lang="en-US" dirty="0"/>
                        <a:t>Movie Recommendation System using Machine Learning Algorithms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Publisher: IRJET</a:t>
                      </a:r>
                    </a:p>
                  </a:txBody>
                  <a:tcPr/>
                </a:tc>
                <a:tc>
                  <a:txBody>
                    <a:bodyPr/>
                    <a:lstStyle/>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Movie Recommendation website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Based on the user movie information Filtering is done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Sign –in page and user home page</a:t>
                      </a:r>
                    </a:p>
                    <a:p>
                      <a:pPr marL="0" indent="0">
                        <a:buFont typeface="Wingdings" panose="05000000000000000000" pitchFamily="2" charset="2"/>
                        <a:buNone/>
                      </a:pPr>
                      <a:endParaRPr lang="en-US" dirty="0"/>
                    </a:p>
                    <a:p>
                      <a:pPr marL="285750" indent="-285750">
                        <a:buFont typeface="Wingdings" panose="05000000000000000000" pitchFamily="2" charset="2"/>
                        <a:buChar char="v"/>
                      </a:pPr>
                      <a:r>
                        <a:rPr lang="en-US" dirty="0"/>
                        <a:t>Collaborative Filtering is used for recommending movies</a:t>
                      </a:r>
                    </a:p>
                    <a:p>
                      <a:pPr marL="285750" indent="-285750">
                        <a:buFont typeface="Wingdings" panose="05000000000000000000" pitchFamily="2" charset="2"/>
                        <a:buChar char="v"/>
                      </a:pPr>
                      <a:endParaRPr lang="en-US" dirty="0"/>
                    </a:p>
                  </a:txBody>
                  <a:tcPr/>
                </a:tc>
                <a:tc>
                  <a:txBody>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0" indent="0">
                        <a:buFont typeface="Arial" panose="020B0604020202020204" pitchFamily="34" charset="0"/>
                        <a:buNone/>
                      </a:pPr>
                      <a:endParaRPr lang="en-IN" dirty="0"/>
                    </a:p>
                    <a:p>
                      <a:pPr marL="285750" indent="-285750">
                        <a:buFont typeface="Arial" panose="020B0604020202020204" pitchFamily="34" charset="0"/>
                        <a:buChar char="•"/>
                      </a:pPr>
                      <a:r>
                        <a:rPr lang="en-IN" dirty="0" err="1"/>
                        <a:t>Akansh</a:t>
                      </a:r>
                      <a:r>
                        <a:rPr lang="en-IN" dirty="0"/>
                        <a:t> Surendra</a:t>
                      </a:r>
                    </a:p>
                    <a:p>
                      <a:endParaRPr lang="en-IN" dirty="0"/>
                    </a:p>
                    <a:p>
                      <a:pPr marL="285750" indent="-285750">
                        <a:buFont typeface="Arial" panose="020B0604020202020204" pitchFamily="34" charset="0"/>
                        <a:buChar char="•"/>
                      </a:pPr>
                      <a:r>
                        <a:rPr lang="en-IN" dirty="0"/>
                        <a:t>Aditya Kumar Yadav</a:t>
                      </a:r>
                      <a:endParaRPr lang="en-US" u="none" dirty="0"/>
                    </a:p>
                  </a:txBody>
                  <a:tcPr/>
                </a:tc>
                <a:tc>
                  <a:txBody>
                    <a:bodyPr/>
                    <a:lstStyle/>
                    <a:p>
                      <a:endParaRPr lang="en-US" dirty="0"/>
                    </a:p>
                    <a:p>
                      <a:endParaRPr lang="en-US" dirty="0"/>
                    </a:p>
                    <a:p>
                      <a:endParaRPr lang="en-US" dirty="0"/>
                    </a:p>
                    <a:p>
                      <a:endParaRPr lang="en-US" dirty="0"/>
                    </a:p>
                    <a:p>
                      <a:endParaRPr lang="en-US" dirty="0"/>
                    </a:p>
                    <a:p>
                      <a:endParaRPr lang="en-US" dirty="0"/>
                    </a:p>
                    <a:p>
                      <a:r>
                        <a:rPr lang="en-US" dirty="0"/>
                        <a:t>2020</a:t>
                      </a:r>
                    </a:p>
                  </a:txBody>
                  <a:tcPr/>
                </a:tc>
                <a:extLst>
                  <a:ext uri="{0D108BD9-81ED-4DB2-BD59-A6C34878D82A}">
                    <a16:rowId xmlns:a16="http://schemas.microsoft.com/office/drawing/2014/main" val="1685857212"/>
                  </a:ext>
                </a:extLst>
              </a:tr>
            </a:tbl>
          </a:graphicData>
        </a:graphic>
      </p:graphicFrame>
    </p:spTree>
    <p:extLst>
      <p:ext uri="{BB962C8B-B14F-4D97-AF65-F5344CB8AC3E}">
        <p14:creationId xmlns:p14="http://schemas.microsoft.com/office/powerpoint/2010/main" val="993455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012597464"/>
              </p:ext>
            </p:extLst>
          </p:nvPr>
        </p:nvGraphicFramePr>
        <p:xfrm>
          <a:off x="161364" y="914401"/>
          <a:ext cx="11860306" cy="4374775"/>
        </p:xfrm>
        <a:graphic>
          <a:graphicData uri="http://schemas.openxmlformats.org/drawingml/2006/table">
            <a:tbl>
              <a:tblPr firstRow="1" bandRow="1">
                <a:tableStyleId>{5940675A-B579-460E-94D1-54222C63F5DA}</a:tableStyleId>
              </a:tblPr>
              <a:tblGrid>
                <a:gridCol w="636495">
                  <a:extLst>
                    <a:ext uri="{9D8B030D-6E8A-4147-A177-3AD203B41FA5}">
                      <a16:colId xmlns:a16="http://schemas.microsoft.com/office/drawing/2014/main" val="530541513"/>
                    </a:ext>
                  </a:extLst>
                </a:gridCol>
                <a:gridCol w="2796988">
                  <a:extLst>
                    <a:ext uri="{9D8B030D-6E8A-4147-A177-3AD203B41FA5}">
                      <a16:colId xmlns:a16="http://schemas.microsoft.com/office/drawing/2014/main" val="2550678551"/>
                    </a:ext>
                  </a:extLst>
                </a:gridCol>
                <a:gridCol w="4921624">
                  <a:extLst>
                    <a:ext uri="{9D8B030D-6E8A-4147-A177-3AD203B41FA5}">
                      <a16:colId xmlns:a16="http://schemas.microsoft.com/office/drawing/2014/main" val="1442083461"/>
                    </a:ext>
                  </a:extLst>
                </a:gridCol>
                <a:gridCol w="2788023">
                  <a:extLst>
                    <a:ext uri="{9D8B030D-6E8A-4147-A177-3AD203B41FA5}">
                      <a16:colId xmlns:a16="http://schemas.microsoft.com/office/drawing/2014/main" val="2447979435"/>
                    </a:ext>
                  </a:extLst>
                </a:gridCol>
                <a:gridCol w="717176">
                  <a:extLst>
                    <a:ext uri="{9D8B030D-6E8A-4147-A177-3AD203B41FA5}">
                      <a16:colId xmlns:a16="http://schemas.microsoft.com/office/drawing/2014/main" val="1509501174"/>
                    </a:ext>
                  </a:extLst>
                </a:gridCol>
              </a:tblGrid>
              <a:tr h="747476">
                <a:tc>
                  <a:txBody>
                    <a:bodyPr/>
                    <a:lstStyle/>
                    <a:p>
                      <a:r>
                        <a:rPr lang="en-US" dirty="0" err="1"/>
                        <a:t>S.No</a:t>
                      </a:r>
                      <a:endParaRPr lang="en-US" dirty="0"/>
                    </a:p>
                  </a:txBody>
                  <a:tcPr/>
                </a:tc>
                <a:tc>
                  <a:txBody>
                    <a:bodyPr/>
                    <a:lstStyle/>
                    <a:p>
                      <a:r>
                        <a:rPr lang="en-US" dirty="0"/>
                        <a:t>Title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Points</a:t>
                      </a:r>
                    </a:p>
                    <a:p>
                      <a:endParaRPr lang="en-US" dirty="0"/>
                    </a:p>
                  </a:txBody>
                  <a:tcPr/>
                </a:tc>
                <a:tc>
                  <a:txBody>
                    <a:bodyPr/>
                    <a:lstStyle/>
                    <a:p>
                      <a:r>
                        <a:rPr lang="en-US" dirty="0"/>
                        <a:t>Author</a:t>
                      </a:r>
                    </a:p>
                  </a:txBody>
                  <a:tcPr/>
                </a:tc>
                <a:tc>
                  <a:txBody>
                    <a:bodyPr/>
                    <a:lstStyle/>
                    <a:p>
                      <a:r>
                        <a:rPr lang="en-US" dirty="0"/>
                        <a:t>Year</a:t>
                      </a:r>
                      <a:r>
                        <a:rPr lang="en-US" baseline="0" dirty="0"/>
                        <a:t> </a:t>
                      </a:r>
                      <a:endParaRPr lang="en-US" dirty="0"/>
                    </a:p>
                  </a:txBody>
                  <a:tcPr/>
                </a:tc>
                <a:extLst>
                  <a:ext uri="{0D108BD9-81ED-4DB2-BD59-A6C34878D82A}">
                    <a16:rowId xmlns:a16="http://schemas.microsoft.com/office/drawing/2014/main" val="101899690"/>
                  </a:ext>
                </a:extLst>
              </a:tr>
              <a:tr h="3627299">
                <a:tc>
                  <a:txBody>
                    <a:bodyPr/>
                    <a:lstStyle/>
                    <a:p>
                      <a:endParaRPr lang="en-US" dirty="0"/>
                    </a:p>
                    <a:p>
                      <a:endParaRPr lang="en-US" dirty="0"/>
                    </a:p>
                    <a:p>
                      <a:endParaRPr lang="en-US" dirty="0"/>
                    </a:p>
                    <a:p>
                      <a:endParaRPr lang="en-US" dirty="0"/>
                    </a:p>
                    <a:p>
                      <a:endParaRPr lang="en-US" dirty="0"/>
                    </a:p>
                    <a:p>
                      <a:r>
                        <a:rPr lang="en-US" dirty="0"/>
                        <a:t>4</a:t>
                      </a:r>
                    </a:p>
                  </a:txBody>
                  <a:tcPr/>
                </a:tc>
                <a:tc>
                  <a:txBody>
                    <a:bodyPr/>
                    <a:lstStyle/>
                    <a:p>
                      <a:endParaRPr lang="en-IN" dirty="0"/>
                    </a:p>
                    <a:p>
                      <a:endParaRPr lang="en-IN" dirty="0"/>
                    </a:p>
                    <a:p>
                      <a:r>
                        <a:rPr lang="en-IN" dirty="0"/>
                        <a:t>Rating Prediction on Movie Recommendation System: Collaborative Filtering Algorithm (CFA) vs. </a:t>
                      </a:r>
                      <a:r>
                        <a:rPr lang="en-IN" dirty="0" err="1"/>
                        <a:t>Dissymetrical</a:t>
                      </a:r>
                      <a:r>
                        <a:rPr lang="en-IN" dirty="0"/>
                        <a:t> Percentage Collaborative Filtering Algorithm (DSPCFA)</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Publisher: IEEE</a:t>
                      </a:r>
                    </a:p>
                  </a:txBody>
                  <a:tcPr/>
                </a:tc>
                <a:tc>
                  <a:txBody>
                    <a:bodyPr/>
                    <a:lstStyle/>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Movie Recommendation using CFA</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Movie Recommendation using DSPCFA</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KNN Based Filtering</a:t>
                      </a:r>
                    </a:p>
                    <a:p>
                      <a:pPr marL="0" indent="0">
                        <a:buFont typeface="Wingdings" panose="05000000000000000000" pitchFamily="2" charset="2"/>
                        <a:buNone/>
                      </a:pPr>
                      <a:endParaRPr lang="en-US" dirty="0"/>
                    </a:p>
                    <a:p>
                      <a:pPr marL="285750" indent="-285750">
                        <a:buFont typeface="Wingdings" panose="05000000000000000000" pitchFamily="2" charset="2"/>
                        <a:buChar char="v"/>
                      </a:pPr>
                      <a:r>
                        <a:rPr lang="en-US" dirty="0"/>
                        <a:t>Comparing the results of both CFA and DSPCFA</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Proving which one is better</a:t>
                      </a:r>
                    </a:p>
                    <a:p>
                      <a:pPr marL="285750" indent="-285750">
                        <a:buFont typeface="Wingdings" panose="05000000000000000000" pitchFamily="2" charset="2"/>
                        <a:buChar char="v"/>
                      </a:pPr>
                      <a:endParaRPr lang="en-US" dirty="0"/>
                    </a:p>
                  </a:txBody>
                  <a:tcPr/>
                </a:tc>
                <a:tc>
                  <a:txBody>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Johan </a:t>
                      </a:r>
                      <a:r>
                        <a:rPr lang="en-IN" dirty="0" err="1"/>
                        <a:t>Eko</a:t>
                      </a:r>
                      <a:r>
                        <a:rPr lang="en-IN" dirty="0"/>
                        <a:t> Purnomo</a:t>
                      </a:r>
                    </a:p>
                    <a:p>
                      <a:endParaRPr lang="en-IN" dirty="0"/>
                    </a:p>
                    <a:p>
                      <a:pPr marL="285750" indent="-285750">
                        <a:buFont typeface="Arial" panose="020B0604020202020204" pitchFamily="34" charset="0"/>
                        <a:buChar char="•"/>
                      </a:pPr>
                      <a:r>
                        <a:rPr lang="en-IN" dirty="0" err="1"/>
                        <a:t>Sukmawati</a:t>
                      </a:r>
                      <a:r>
                        <a:rPr lang="en-IN" dirty="0"/>
                        <a:t> Nur </a:t>
                      </a:r>
                      <a:r>
                        <a:rPr lang="en-IN" dirty="0" err="1"/>
                        <a:t>Endah</a:t>
                      </a:r>
                      <a:endParaRPr lang="en-US" u="none" dirty="0"/>
                    </a:p>
                  </a:txBody>
                  <a:tcPr/>
                </a:tc>
                <a:tc>
                  <a:txBody>
                    <a:bodyPr/>
                    <a:lstStyle/>
                    <a:p>
                      <a:endParaRPr lang="en-US" dirty="0"/>
                    </a:p>
                    <a:p>
                      <a:endParaRPr lang="en-US" dirty="0"/>
                    </a:p>
                    <a:p>
                      <a:endParaRPr lang="en-US" dirty="0"/>
                    </a:p>
                    <a:p>
                      <a:endParaRPr lang="en-US" dirty="0"/>
                    </a:p>
                    <a:p>
                      <a:endParaRPr lang="en-US" dirty="0"/>
                    </a:p>
                    <a:p>
                      <a:r>
                        <a:rPr lang="en-US" dirty="0"/>
                        <a:t>2019</a:t>
                      </a:r>
                    </a:p>
                  </a:txBody>
                  <a:tcPr/>
                </a:tc>
                <a:extLst>
                  <a:ext uri="{0D108BD9-81ED-4DB2-BD59-A6C34878D82A}">
                    <a16:rowId xmlns:a16="http://schemas.microsoft.com/office/drawing/2014/main" val="1685857212"/>
                  </a:ext>
                </a:extLst>
              </a:tr>
            </a:tbl>
          </a:graphicData>
        </a:graphic>
      </p:graphicFrame>
    </p:spTree>
    <p:extLst>
      <p:ext uri="{BB962C8B-B14F-4D97-AF65-F5344CB8AC3E}">
        <p14:creationId xmlns:p14="http://schemas.microsoft.com/office/powerpoint/2010/main" val="3724100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83340223"/>
              </p:ext>
            </p:extLst>
          </p:nvPr>
        </p:nvGraphicFramePr>
        <p:xfrm>
          <a:off x="838200" y="649134"/>
          <a:ext cx="11004176" cy="5778560"/>
        </p:xfrm>
        <a:graphic>
          <a:graphicData uri="http://schemas.openxmlformats.org/drawingml/2006/table">
            <a:tbl>
              <a:tblPr firstRow="1" bandRow="1">
                <a:tableStyleId>{5940675A-B579-460E-94D1-54222C63F5DA}</a:tableStyleId>
              </a:tblPr>
              <a:tblGrid>
                <a:gridCol w="689520">
                  <a:extLst>
                    <a:ext uri="{9D8B030D-6E8A-4147-A177-3AD203B41FA5}">
                      <a16:colId xmlns:a16="http://schemas.microsoft.com/office/drawing/2014/main" val="530541513"/>
                    </a:ext>
                  </a:extLst>
                </a:gridCol>
                <a:gridCol w="1986445">
                  <a:extLst>
                    <a:ext uri="{9D8B030D-6E8A-4147-A177-3AD203B41FA5}">
                      <a16:colId xmlns:a16="http://schemas.microsoft.com/office/drawing/2014/main" val="2550678551"/>
                    </a:ext>
                  </a:extLst>
                </a:gridCol>
                <a:gridCol w="4277285">
                  <a:extLst>
                    <a:ext uri="{9D8B030D-6E8A-4147-A177-3AD203B41FA5}">
                      <a16:colId xmlns:a16="http://schemas.microsoft.com/office/drawing/2014/main" val="1442083461"/>
                    </a:ext>
                  </a:extLst>
                </a:gridCol>
                <a:gridCol w="3333262">
                  <a:extLst>
                    <a:ext uri="{9D8B030D-6E8A-4147-A177-3AD203B41FA5}">
                      <a16:colId xmlns:a16="http://schemas.microsoft.com/office/drawing/2014/main" val="2447979435"/>
                    </a:ext>
                  </a:extLst>
                </a:gridCol>
                <a:gridCol w="717664">
                  <a:extLst>
                    <a:ext uri="{9D8B030D-6E8A-4147-A177-3AD203B41FA5}">
                      <a16:colId xmlns:a16="http://schemas.microsoft.com/office/drawing/2014/main" val="1509501174"/>
                    </a:ext>
                  </a:extLst>
                </a:gridCol>
              </a:tblGrid>
              <a:tr h="1121647">
                <a:tc>
                  <a:txBody>
                    <a:bodyPr/>
                    <a:lstStyle/>
                    <a:p>
                      <a:r>
                        <a:rPr lang="en-US" dirty="0" err="1"/>
                        <a:t>s.No</a:t>
                      </a:r>
                      <a:endParaRPr lang="en-US" dirty="0"/>
                    </a:p>
                  </a:txBody>
                  <a:tcPr/>
                </a:tc>
                <a:tc>
                  <a:txBody>
                    <a:bodyPr/>
                    <a:lstStyle/>
                    <a:p>
                      <a:r>
                        <a:rPr lang="en-US" dirty="0"/>
                        <a:t>Title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Points</a:t>
                      </a:r>
                    </a:p>
                    <a:p>
                      <a:endParaRPr lang="en-US" dirty="0"/>
                    </a:p>
                  </a:txBody>
                  <a:tcPr/>
                </a:tc>
                <a:tc>
                  <a:txBody>
                    <a:bodyPr/>
                    <a:lstStyle/>
                    <a:p>
                      <a:r>
                        <a:rPr lang="en-US" dirty="0"/>
                        <a:t>Author</a:t>
                      </a:r>
                    </a:p>
                  </a:txBody>
                  <a:tcPr/>
                </a:tc>
                <a:tc>
                  <a:txBody>
                    <a:bodyPr/>
                    <a:lstStyle/>
                    <a:p>
                      <a:r>
                        <a:rPr lang="en-US" dirty="0"/>
                        <a:t>Year</a:t>
                      </a:r>
                      <a:r>
                        <a:rPr lang="en-US" baseline="0" dirty="0"/>
                        <a:t> </a:t>
                      </a:r>
                      <a:endParaRPr lang="en-US" dirty="0"/>
                    </a:p>
                  </a:txBody>
                  <a:tcPr/>
                </a:tc>
                <a:extLst>
                  <a:ext uri="{0D108BD9-81ED-4DB2-BD59-A6C34878D82A}">
                    <a16:rowId xmlns:a16="http://schemas.microsoft.com/office/drawing/2014/main" val="101899690"/>
                  </a:ext>
                </a:extLst>
              </a:tr>
              <a:tr h="4656913">
                <a:tc>
                  <a:txBody>
                    <a:bodyPr/>
                    <a:lstStyle/>
                    <a:p>
                      <a:endParaRPr lang="en-US" dirty="0"/>
                    </a:p>
                    <a:p>
                      <a:endParaRPr lang="en-US" dirty="0"/>
                    </a:p>
                    <a:p>
                      <a:endParaRPr lang="en-US" dirty="0"/>
                    </a:p>
                    <a:p>
                      <a:endParaRPr lang="en-US" dirty="0"/>
                    </a:p>
                    <a:p>
                      <a:endParaRPr lang="en-US" dirty="0"/>
                    </a:p>
                    <a:p>
                      <a:endParaRPr lang="en-US" dirty="0"/>
                    </a:p>
                    <a:p>
                      <a:r>
                        <a:rPr lang="en-US" dirty="0"/>
                        <a:t>5</a:t>
                      </a:r>
                    </a:p>
                  </a:txBody>
                  <a:tcPr/>
                </a:tc>
                <a:tc>
                  <a:txBody>
                    <a:bodyPr/>
                    <a:lstStyle/>
                    <a:p>
                      <a:endParaRPr lang="en-US" dirty="0"/>
                    </a:p>
                    <a:p>
                      <a:endParaRPr lang="en-US" dirty="0"/>
                    </a:p>
                    <a:p>
                      <a:endParaRPr lang="en-US" dirty="0"/>
                    </a:p>
                    <a:p>
                      <a:endParaRPr lang="en-US" dirty="0"/>
                    </a:p>
                    <a:p>
                      <a:r>
                        <a:rPr lang="en-US" dirty="0"/>
                        <a:t>Design of an Unsupervised Machine Learning-Based Movie Recommender System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Publisher: MDPI</a:t>
                      </a:r>
                    </a:p>
                  </a:txBody>
                  <a:tcPr/>
                </a:tc>
                <a:tc>
                  <a:txBody>
                    <a:bodyPr/>
                    <a:lstStyle/>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dirty="0"/>
                        <a:t>affinity propagation</a:t>
                      </a:r>
                    </a:p>
                    <a:p>
                      <a:pPr marL="285750" indent="-285750">
                        <a:buFont typeface="Wingdings" panose="05000000000000000000" pitchFamily="2" charset="2"/>
                        <a:buChar char="v"/>
                      </a:pPr>
                      <a:r>
                        <a:rPr lang="en-IN" dirty="0"/>
                        <a:t> agglomerative spectral clustering</a:t>
                      </a:r>
                    </a:p>
                    <a:p>
                      <a:pPr marL="285750" indent="-285750">
                        <a:buFont typeface="Wingdings" panose="05000000000000000000" pitchFamily="2" charset="2"/>
                        <a:buChar char="v"/>
                      </a:pPr>
                      <a:r>
                        <a:rPr lang="en-IN" dirty="0"/>
                        <a:t> association rule with </a:t>
                      </a:r>
                      <a:r>
                        <a:rPr lang="en-IN" dirty="0" err="1"/>
                        <a:t>Apriori</a:t>
                      </a:r>
                      <a:r>
                        <a:rPr lang="en-IN" dirty="0"/>
                        <a:t> algorithm</a:t>
                      </a:r>
                    </a:p>
                    <a:p>
                      <a:pPr marL="285750" indent="-285750">
                        <a:buFont typeface="Wingdings" panose="05000000000000000000" pitchFamily="2" charset="2"/>
                        <a:buChar char="v"/>
                      </a:pPr>
                      <a:r>
                        <a:rPr lang="en-IN" dirty="0"/>
                        <a:t> average similarity</a:t>
                      </a:r>
                    </a:p>
                    <a:p>
                      <a:pPr marL="285750" indent="-285750">
                        <a:buFont typeface="Wingdings" panose="05000000000000000000" pitchFamily="2" charset="2"/>
                        <a:buChar char="v"/>
                      </a:pPr>
                      <a:r>
                        <a:rPr lang="en-IN" dirty="0"/>
                        <a:t> clustering performance evaluation</a:t>
                      </a:r>
                    </a:p>
                    <a:p>
                      <a:pPr marL="285750" indent="-285750">
                        <a:buFont typeface="Wingdings" panose="05000000000000000000" pitchFamily="2" charset="2"/>
                        <a:buChar char="v"/>
                      </a:pPr>
                      <a:r>
                        <a:rPr lang="en-IN" dirty="0"/>
                        <a:t>Dunn Matrix</a:t>
                      </a:r>
                    </a:p>
                    <a:p>
                      <a:pPr marL="285750" indent="-285750">
                        <a:buFont typeface="Wingdings" panose="05000000000000000000" pitchFamily="2" charset="2"/>
                        <a:buChar char="v"/>
                      </a:pPr>
                      <a:r>
                        <a:rPr lang="en-IN" dirty="0"/>
                        <a:t>mean squared error</a:t>
                      </a:r>
                    </a:p>
                    <a:p>
                      <a:pPr marL="285750" indent="-285750">
                        <a:buFont typeface="Wingdings" panose="05000000000000000000" pitchFamily="2" charset="2"/>
                        <a:buChar char="v"/>
                      </a:pPr>
                      <a:r>
                        <a:rPr lang="en-IN" dirty="0"/>
                        <a:t>mini-batch K-Means</a:t>
                      </a:r>
                    </a:p>
                    <a:p>
                      <a:pPr marL="285750" indent="-285750">
                        <a:buFont typeface="Wingdings" panose="05000000000000000000" pitchFamily="2" charset="2"/>
                        <a:buChar char="v"/>
                      </a:pPr>
                      <a:r>
                        <a:rPr lang="en-IN" dirty="0"/>
                        <a:t>recommendations system</a:t>
                      </a:r>
                    </a:p>
                    <a:p>
                      <a:pPr marL="285750" indent="-285750">
                        <a:buFont typeface="Wingdings" panose="05000000000000000000" pitchFamily="2" charset="2"/>
                        <a:buChar char="v"/>
                      </a:pPr>
                      <a:r>
                        <a:rPr lang="en-IN" dirty="0"/>
                        <a:t>K-Means</a:t>
                      </a:r>
                    </a:p>
                    <a:p>
                      <a:pPr marL="285750" indent="-285750">
                        <a:buFont typeface="Wingdings" panose="05000000000000000000" pitchFamily="2" charset="2"/>
                        <a:buChar char="v"/>
                      </a:pPr>
                      <a:r>
                        <a:rPr lang="en-IN" dirty="0"/>
                        <a:t>social network analysis</a:t>
                      </a:r>
                      <a:endParaRPr lang="en-US" dirty="0"/>
                    </a:p>
                  </a:txBody>
                  <a:tcPr/>
                </a:tc>
                <a:tc>
                  <a:txBody>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0" indent="0">
                        <a:buFont typeface="Arial" panose="020B0604020202020204" pitchFamily="34" charset="0"/>
                        <a:buNone/>
                      </a:pPr>
                      <a:endParaRPr lang="en-IN" dirty="0"/>
                    </a:p>
                    <a:p>
                      <a:pPr marL="0" indent="0">
                        <a:buFont typeface="Arial" panose="020B0604020202020204" pitchFamily="34" charset="0"/>
                        <a:buNone/>
                      </a:pPr>
                      <a:endParaRPr lang="en-IN" dirty="0"/>
                    </a:p>
                    <a:p>
                      <a:pPr marL="285750" indent="-285750">
                        <a:buFont typeface="Arial" panose="020B0604020202020204" pitchFamily="34" charset="0"/>
                        <a:buChar char="•"/>
                      </a:pPr>
                      <a:r>
                        <a:rPr lang="en-IN" dirty="0"/>
                        <a:t>Debby </a:t>
                      </a:r>
                      <a:r>
                        <a:rPr lang="en-IN" dirty="0" err="1"/>
                        <a:t>Cintia</a:t>
                      </a:r>
                      <a:r>
                        <a:rPr lang="en-IN" dirty="0"/>
                        <a:t> </a:t>
                      </a:r>
                      <a:r>
                        <a:rPr lang="en-IN" dirty="0" err="1"/>
                        <a:t>Ganesha</a:t>
                      </a:r>
                      <a:r>
                        <a:rPr lang="en-IN" dirty="0"/>
                        <a:t> Putri</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a:t>
                      </a:r>
                      <a:r>
                        <a:rPr lang="en-IN" dirty="0" err="1"/>
                        <a:t>Jenq-Shiou</a:t>
                      </a:r>
                      <a:r>
                        <a:rPr lang="en-IN" dirty="0"/>
                        <a:t> Leu </a:t>
                      </a:r>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2020</a:t>
                      </a:r>
                    </a:p>
                  </a:txBody>
                  <a:tcPr/>
                </a:tc>
                <a:extLst>
                  <a:ext uri="{0D108BD9-81ED-4DB2-BD59-A6C34878D82A}">
                    <a16:rowId xmlns:a16="http://schemas.microsoft.com/office/drawing/2014/main" val="1685857212"/>
                  </a:ext>
                </a:extLst>
              </a:tr>
            </a:tbl>
          </a:graphicData>
        </a:graphic>
      </p:graphicFrame>
    </p:spTree>
    <p:extLst>
      <p:ext uri="{BB962C8B-B14F-4D97-AF65-F5344CB8AC3E}">
        <p14:creationId xmlns:p14="http://schemas.microsoft.com/office/powerpoint/2010/main" val="574355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88785644"/>
              </p:ext>
            </p:extLst>
          </p:nvPr>
        </p:nvGraphicFramePr>
        <p:xfrm>
          <a:off x="161364" y="914401"/>
          <a:ext cx="11860306" cy="5228036"/>
        </p:xfrm>
        <a:graphic>
          <a:graphicData uri="http://schemas.openxmlformats.org/drawingml/2006/table">
            <a:tbl>
              <a:tblPr firstRow="1" bandRow="1">
                <a:tableStyleId>{5940675A-B579-460E-94D1-54222C63F5DA}</a:tableStyleId>
              </a:tblPr>
              <a:tblGrid>
                <a:gridCol w="636495">
                  <a:extLst>
                    <a:ext uri="{9D8B030D-6E8A-4147-A177-3AD203B41FA5}">
                      <a16:colId xmlns:a16="http://schemas.microsoft.com/office/drawing/2014/main" val="530541513"/>
                    </a:ext>
                  </a:extLst>
                </a:gridCol>
                <a:gridCol w="2393576">
                  <a:extLst>
                    <a:ext uri="{9D8B030D-6E8A-4147-A177-3AD203B41FA5}">
                      <a16:colId xmlns:a16="http://schemas.microsoft.com/office/drawing/2014/main" val="2550678551"/>
                    </a:ext>
                  </a:extLst>
                </a:gridCol>
                <a:gridCol w="5136777">
                  <a:extLst>
                    <a:ext uri="{9D8B030D-6E8A-4147-A177-3AD203B41FA5}">
                      <a16:colId xmlns:a16="http://schemas.microsoft.com/office/drawing/2014/main" val="1442083461"/>
                    </a:ext>
                  </a:extLst>
                </a:gridCol>
                <a:gridCol w="2976282">
                  <a:extLst>
                    <a:ext uri="{9D8B030D-6E8A-4147-A177-3AD203B41FA5}">
                      <a16:colId xmlns:a16="http://schemas.microsoft.com/office/drawing/2014/main" val="2447979435"/>
                    </a:ext>
                  </a:extLst>
                </a:gridCol>
                <a:gridCol w="717176">
                  <a:extLst>
                    <a:ext uri="{9D8B030D-6E8A-4147-A177-3AD203B41FA5}">
                      <a16:colId xmlns:a16="http://schemas.microsoft.com/office/drawing/2014/main" val="1509501174"/>
                    </a:ext>
                  </a:extLst>
                </a:gridCol>
              </a:tblGrid>
              <a:tr h="747476">
                <a:tc>
                  <a:txBody>
                    <a:bodyPr/>
                    <a:lstStyle/>
                    <a:p>
                      <a:r>
                        <a:rPr lang="en-US" dirty="0" err="1"/>
                        <a:t>S.No</a:t>
                      </a:r>
                      <a:endParaRPr lang="en-US" dirty="0"/>
                    </a:p>
                  </a:txBody>
                  <a:tcPr/>
                </a:tc>
                <a:tc>
                  <a:txBody>
                    <a:bodyPr/>
                    <a:lstStyle/>
                    <a:p>
                      <a:r>
                        <a:rPr lang="en-US" dirty="0"/>
                        <a:t>Title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Points</a:t>
                      </a:r>
                    </a:p>
                    <a:p>
                      <a:endParaRPr lang="en-US" dirty="0"/>
                    </a:p>
                  </a:txBody>
                  <a:tcPr/>
                </a:tc>
                <a:tc>
                  <a:txBody>
                    <a:bodyPr/>
                    <a:lstStyle/>
                    <a:p>
                      <a:r>
                        <a:rPr lang="en-US" dirty="0"/>
                        <a:t>Author</a:t>
                      </a:r>
                    </a:p>
                  </a:txBody>
                  <a:tcPr/>
                </a:tc>
                <a:tc>
                  <a:txBody>
                    <a:bodyPr/>
                    <a:lstStyle/>
                    <a:p>
                      <a:r>
                        <a:rPr lang="en-US" dirty="0"/>
                        <a:t>Year</a:t>
                      </a:r>
                      <a:r>
                        <a:rPr lang="en-US" baseline="0" dirty="0"/>
                        <a:t> </a:t>
                      </a:r>
                      <a:endParaRPr lang="en-US" dirty="0"/>
                    </a:p>
                  </a:txBody>
                  <a:tcPr/>
                </a:tc>
                <a:extLst>
                  <a:ext uri="{0D108BD9-81ED-4DB2-BD59-A6C34878D82A}">
                    <a16:rowId xmlns:a16="http://schemas.microsoft.com/office/drawing/2014/main" val="101899690"/>
                  </a:ext>
                </a:extLst>
              </a:tr>
              <a:tr h="3627299">
                <a:tc>
                  <a:txBody>
                    <a:bodyPr/>
                    <a:lstStyle/>
                    <a:p>
                      <a:endParaRPr lang="en-US" dirty="0"/>
                    </a:p>
                    <a:p>
                      <a:endParaRPr lang="en-US" dirty="0"/>
                    </a:p>
                    <a:p>
                      <a:endParaRPr lang="en-US" dirty="0"/>
                    </a:p>
                    <a:p>
                      <a:endParaRPr lang="en-US" dirty="0"/>
                    </a:p>
                    <a:p>
                      <a:endParaRPr lang="en-US" dirty="0"/>
                    </a:p>
                    <a:p>
                      <a:r>
                        <a:rPr lang="en-US" dirty="0"/>
                        <a:t>6</a:t>
                      </a:r>
                    </a:p>
                  </a:txBody>
                  <a:tcPr/>
                </a:tc>
                <a:tc>
                  <a:txBody>
                    <a:bodyPr/>
                    <a:lstStyle/>
                    <a:p>
                      <a:endParaRPr lang="en-IN" dirty="0"/>
                    </a:p>
                    <a:p>
                      <a:endParaRPr lang="en-IN" dirty="0"/>
                    </a:p>
                    <a:p>
                      <a:endParaRPr lang="en-US" dirty="0"/>
                    </a:p>
                    <a:p>
                      <a:endParaRPr lang="en-US" dirty="0"/>
                    </a:p>
                    <a:p>
                      <a:r>
                        <a:rPr lang="en-US" dirty="0"/>
                        <a:t>A Movie Recommender System: MOVREC using Machine Learning Techniques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Publisher: IJESE</a:t>
                      </a:r>
                    </a:p>
                  </a:txBody>
                  <a:tcPr/>
                </a:tc>
                <a:tc>
                  <a:txBody>
                    <a:bodyPr/>
                    <a:lstStyle/>
                    <a:p>
                      <a:pPr marL="0" indent="0">
                        <a:buFont typeface="Wingdings" panose="05000000000000000000" pitchFamily="2" charset="2"/>
                        <a:buNone/>
                      </a:pPr>
                      <a:endParaRPr lang="en-US" dirty="0"/>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Content Based Filtering</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It allows a user to select his choices from a given set of attributes.</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Using K-means Machine Learning Algorithm.</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Then recommend him a movie list based on the cumulative weight of different attributes and using K-means algorithm. </a:t>
                      </a:r>
                    </a:p>
                    <a:p>
                      <a:pPr marL="0" indent="0">
                        <a:buFont typeface="Wingdings" panose="05000000000000000000" pitchFamily="2" charset="2"/>
                        <a:buNone/>
                      </a:pP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endParaRPr lang="en-US" dirty="0"/>
                    </a:p>
                    <a:p>
                      <a:pPr marL="285750" indent="-285750">
                        <a:buFont typeface="Wingdings" panose="05000000000000000000" pitchFamily="2" charset="2"/>
                        <a:buChar char="v"/>
                      </a:pPr>
                      <a:endParaRPr lang="en-US" dirty="0"/>
                    </a:p>
                  </a:txBody>
                  <a:tcPr/>
                </a:tc>
                <a:tc>
                  <a:txBody>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Ashrita Kashyap</a:t>
                      </a:r>
                    </a:p>
                    <a:p>
                      <a:pPr marL="285750" indent="-285750">
                        <a:buFont typeface="Arial" panose="020B0604020202020204" pitchFamily="34" charset="0"/>
                        <a:buChar char="•"/>
                      </a:pPr>
                      <a:r>
                        <a:rPr lang="en-IN" dirty="0"/>
                        <a:t>Sunita</a:t>
                      </a:r>
                    </a:p>
                  </a:txBody>
                  <a:tcPr/>
                </a:tc>
                <a:tc>
                  <a:txBody>
                    <a:bodyPr/>
                    <a:lstStyle/>
                    <a:p>
                      <a:endParaRPr lang="en-US" dirty="0"/>
                    </a:p>
                    <a:p>
                      <a:endParaRPr lang="en-US" dirty="0"/>
                    </a:p>
                    <a:p>
                      <a:endParaRPr lang="en-US" dirty="0"/>
                    </a:p>
                    <a:p>
                      <a:endParaRPr lang="en-US" dirty="0"/>
                    </a:p>
                    <a:p>
                      <a:endParaRPr lang="en-US" dirty="0"/>
                    </a:p>
                    <a:p>
                      <a:r>
                        <a:rPr lang="en-US" dirty="0"/>
                        <a:t>2020</a:t>
                      </a:r>
                    </a:p>
                  </a:txBody>
                  <a:tcPr/>
                </a:tc>
                <a:extLst>
                  <a:ext uri="{0D108BD9-81ED-4DB2-BD59-A6C34878D82A}">
                    <a16:rowId xmlns:a16="http://schemas.microsoft.com/office/drawing/2014/main" val="1685857212"/>
                  </a:ext>
                </a:extLst>
              </a:tr>
            </a:tbl>
          </a:graphicData>
        </a:graphic>
      </p:graphicFrame>
    </p:spTree>
    <p:extLst>
      <p:ext uri="{BB962C8B-B14F-4D97-AF65-F5344CB8AC3E}">
        <p14:creationId xmlns:p14="http://schemas.microsoft.com/office/powerpoint/2010/main" val="2948193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4" y="2085974"/>
            <a:ext cx="7781544" cy="1343025"/>
          </a:xfrm>
        </p:spPr>
        <p:txBody>
          <a:bodyPr>
            <a:normAutofit/>
          </a:bodyPr>
          <a:lstStyle/>
          <a:p>
            <a:r>
              <a:rPr lang="en-IN" dirty="0"/>
              <a:t>PROJECT SCOPE</a:t>
            </a:r>
          </a:p>
        </p:txBody>
      </p:sp>
    </p:spTree>
    <p:extLst>
      <p:ext uri="{BB962C8B-B14F-4D97-AF65-F5344CB8AC3E}">
        <p14:creationId xmlns:p14="http://schemas.microsoft.com/office/powerpoint/2010/main" val="2277814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9B5885-FD4D-4345-A187-AF98CB3251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BE6A6C9D-BC45-422E-9838-F9FA22273AF1}"/>
              </a:ext>
            </a:extLst>
          </p:cNvPr>
          <p:cNvSpPr>
            <a:spLocks noGrp="1"/>
          </p:cNvSpPr>
          <p:nvPr>
            <p:ph type="title"/>
          </p:nvPr>
        </p:nvSpPr>
        <p:spPr>
          <a:xfrm>
            <a:off x="832104" y="2823100"/>
            <a:ext cx="7912401" cy="2849732"/>
          </a:xfrm>
        </p:spPr>
        <p:txBody>
          <a:bodyPr>
            <a:noAutofit/>
          </a:bodyPr>
          <a:lstStyle/>
          <a:p>
            <a:br>
              <a:rPr lang="en-US" sz="3200" u="sng" dirty="0"/>
            </a:br>
            <a:br>
              <a:rPr lang="en-US" sz="2000" dirty="0"/>
            </a:br>
            <a:r>
              <a:rPr lang="en-US" sz="2000" u="sng" dirty="0"/>
              <a:t>Time saving</a:t>
            </a:r>
            <a:r>
              <a:rPr lang="en-US" sz="2000" dirty="0"/>
              <a:t>:</a:t>
            </a:r>
            <a:br>
              <a:rPr lang="en-US" sz="2000" dirty="0"/>
            </a:br>
            <a:br>
              <a:rPr lang="en-US" sz="2000" dirty="0"/>
            </a:br>
            <a:r>
              <a:rPr lang="en-US" sz="2000" dirty="0"/>
              <a:t>            Many people have problems selecting their interested movie due to lack of time and due to search issues. </a:t>
            </a:r>
            <a:br>
              <a:rPr lang="en-US" sz="2000" dirty="0"/>
            </a:br>
            <a:br>
              <a:rPr lang="en-US" sz="2000" dirty="0"/>
            </a:br>
            <a:r>
              <a:rPr lang="en-US" sz="2000" dirty="0"/>
              <a:t>           Also movie recommendations from friends can be time consuming. This website helps in saving lots of time.</a:t>
            </a:r>
            <a:br>
              <a:rPr lang="en-US" sz="2000" dirty="0"/>
            </a:br>
            <a:r>
              <a:rPr lang="en-US" sz="2000" dirty="0"/>
              <a:t> </a:t>
            </a:r>
            <a:br>
              <a:rPr lang="en-US" sz="2000" dirty="0"/>
            </a:br>
            <a:br>
              <a:rPr lang="en-US" sz="2000" dirty="0"/>
            </a:br>
            <a:r>
              <a:rPr lang="en-US" sz="2000" u="sng" dirty="0"/>
              <a:t>Interest towards movies</a:t>
            </a:r>
            <a:r>
              <a:rPr lang="en-US" sz="2000" dirty="0"/>
              <a:t>:</a:t>
            </a:r>
            <a:br>
              <a:rPr lang="en-US" sz="2000" dirty="0"/>
            </a:br>
            <a:br>
              <a:rPr lang="en-US" sz="2000" dirty="0"/>
            </a:br>
            <a:r>
              <a:rPr lang="en-US" sz="2000" dirty="0"/>
              <a:t>           People like to watch movies. So there will be a lot of users for the website. Which increases the scope of the website.</a:t>
            </a:r>
            <a:br>
              <a:rPr lang="en-US" sz="2000" dirty="0"/>
            </a:br>
            <a:endParaRPr lang="en-US" sz="2000" dirty="0"/>
          </a:p>
        </p:txBody>
      </p:sp>
    </p:spTree>
    <p:extLst>
      <p:ext uri="{BB962C8B-B14F-4D97-AF65-F5344CB8AC3E}">
        <p14:creationId xmlns:p14="http://schemas.microsoft.com/office/powerpoint/2010/main" val="3104695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4" y="2085974"/>
            <a:ext cx="7781544" cy="1343025"/>
          </a:xfrm>
        </p:spPr>
        <p:txBody>
          <a:bodyPr>
            <a:normAutofit fontScale="90000"/>
          </a:bodyPr>
          <a:lstStyle/>
          <a:p>
            <a:r>
              <a:rPr lang="en-IN" dirty="0"/>
              <a:t>GENERAL TASK INVOLVED</a:t>
            </a:r>
          </a:p>
        </p:txBody>
      </p:sp>
    </p:spTree>
    <p:extLst>
      <p:ext uri="{BB962C8B-B14F-4D97-AF65-F5344CB8AC3E}">
        <p14:creationId xmlns:p14="http://schemas.microsoft.com/office/powerpoint/2010/main" val="4161198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284085" y="887506"/>
            <a:ext cx="7732451" cy="5029200"/>
          </a:xfrm>
        </p:spPr>
        <p:txBody>
          <a:bodyPr>
            <a:noAutofit/>
          </a:bodyPr>
          <a:lstStyle/>
          <a:p>
            <a:pPr marR="0" lvl="0" algn="l" defTabSz="914400" rtl="0" eaLnBrk="1" fontAlgn="auto" latinLnBrk="0" hangingPunct="1">
              <a:lnSpc>
                <a:spcPct val="100000"/>
              </a:lnSpc>
              <a:spcBef>
                <a:spcPts val="0"/>
              </a:spcBef>
              <a:spcAft>
                <a:spcPts val="0"/>
              </a:spcAft>
              <a:buClrTx/>
              <a:buSzTx/>
              <a:tabLst/>
              <a:defRPr/>
            </a:pPr>
            <a:br>
              <a:rPr lang="en-US" sz="3200" u="sng" dirty="0"/>
            </a:br>
            <a:br>
              <a:rPr lang="en-US" sz="3200" u="sng" dirty="0"/>
            </a:br>
            <a:r>
              <a:rPr lang="en-US" sz="3200" dirty="0"/>
              <a:t>   </a:t>
            </a:r>
            <a:br>
              <a:rPr lang="en-US" sz="3200" dirty="0"/>
            </a:br>
            <a:r>
              <a:rPr lang="en-US" sz="2400" b="0" dirty="0"/>
              <a:t>1.User should select movie name and count which they liked on the webpage. </a:t>
            </a:r>
            <a:br>
              <a:rPr lang="en-US" sz="2400" b="0" dirty="0"/>
            </a:br>
            <a:br>
              <a:rPr lang="en-US" sz="2400" b="0" dirty="0"/>
            </a:br>
            <a:r>
              <a:rPr lang="en-US" sz="2400" b="0" dirty="0"/>
              <a:t> 2.Movie name and count will be passed through API call to Machine Learning model</a:t>
            </a:r>
            <a:br>
              <a:rPr lang="en-US" sz="2400" b="0" dirty="0"/>
            </a:br>
            <a:br>
              <a:rPr lang="en-US" sz="2400" b="0" dirty="0"/>
            </a:br>
            <a:r>
              <a:rPr lang="en-US" sz="2400" b="0" dirty="0"/>
              <a:t> 3.Machine Learning model will recommend the movies</a:t>
            </a:r>
            <a:br>
              <a:rPr lang="en-US" sz="2400" b="0" dirty="0"/>
            </a:br>
            <a:br>
              <a:rPr kumimoji="0" lang="en-US" sz="2400" b="0" i="0" u="none" strike="noStrike" kern="1200" cap="none" spc="0" normalizeH="0" baseline="0" noProof="0" dirty="0">
                <a:ln>
                  <a:noFill/>
                </a:ln>
                <a:solidFill>
                  <a:srgbClr val="FFFFFF"/>
                </a:solidFill>
                <a:effectLst/>
                <a:uLnTx/>
                <a:uFillTx/>
                <a:latin typeface="Arial"/>
                <a:ea typeface="+mn-ea"/>
                <a:cs typeface="+mn-cs"/>
              </a:rPr>
            </a:br>
            <a:r>
              <a:rPr lang="en-US" sz="2400" b="0" dirty="0">
                <a:solidFill>
                  <a:srgbClr val="FFFFFF"/>
                </a:solidFill>
                <a:latin typeface="Arial"/>
              </a:rPr>
              <a:t> 4.That movies information will be displayed on  the web page</a:t>
            </a:r>
            <a:endParaRPr lang="en-US" sz="2400" b="0" dirty="0"/>
          </a:p>
        </p:txBody>
      </p:sp>
    </p:spTree>
    <p:extLst>
      <p:ext uri="{BB962C8B-B14F-4D97-AF65-F5344CB8AC3E}">
        <p14:creationId xmlns:p14="http://schemas.microsoft.com/office/powerpoint/2010/main" val="2861979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2E9984-8327-450C-B1E4-1FAF358C6A13}"/>
              </a:ext>
            </a:extLst>
          </p:cNvPr>
          <p:cNvSpPr>
            <a:spLocks noGrp="1"/>
          </p:cNvSpPr>
          <p:nvPr>
            <p:ph type="title"/>
          </p:nvPr>
        </p:nvSpPr>
        <p:spPr>
          <a:xfrm>
            <a:off x="904876" y="2447925"/>
            <a:ext cx="7048500" cy="1638299"/>
          </a:xfrm>
        </p:spPr>
        <p:txBody>
          <a:bodyPr>
            <a:noAutofit/>
          </a:bodyPr>
          <a:lstStyle/>
          <a:p>
            <a:r>
              <a:rPr lang="en-US" sz="7200" dirty="0"/>
              <a:t> REQUIREMENTS</a:t>
            </a:r>
          </a:p>
        </p:txBody>
      </p:sp>
    </p:spTree>
    <p:extLst>
      <p:ext uri="{BB962C8B-B14F-4D97-AF65-F5344CB8AC3E}">
        <p14:creationId xmlns:p14="http://schemas.microsoft.com/office/powerpoint/2010/main" val="36352427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355107" y="967665"/>
            <a:ext cx="8258541" cy="4643022"/>
          </a:xfrm>
        </p:spPr>
        <p:txBody>
          <a:bodyPr>
            <a:normAutofit/>
          </a:bodyPr>
          <a:lstStyle/>
          <a:p>
            <a:r>
              <a:rPr lang="en-US" sz="4400" u="sng" dirty="0"/>
              <a:t>Technologies</a:t>
            </a:r>
            <a:br>
              <a:rPr lang="en-US" sz="3600" u="sng" dirty="0"/>
            </a:br>
            <a:br>
              <a:rPr lang="en-US" sz="3600" u="sng" dirty="0"/>
            </a:br>
            <a:r>
              <a:rPr lang="en-US" sz="2800" dirty="0"/>
              <a:t>Front end: HTML,CSS</a:t>
            </a:r>
            <a:br>
              <a:rPr lang="en-US" sz="2800" dirty="0"/>
            </a:br>
            <a:br>
              <a:rPr lang="en-US" sz="2800" dirty="0"/>
            </a:br>
            <a:r>
              <a:rPr lang="en-US" sz="2800" dirty="0"/>
              <a:t>Back end: PYTHON</a:t>
            </a:r>
            <a:br>
              <a:rPr lang="en-US" sz="2800" dirty="0"/>
            </a:br>
            <a:br>
              <a:rPr lang="en-US" sz="2800" dirty="0"/>
            </a:br>
            <a:r>
              <a:rPr lang="en-US" sz="2800" dirty="0"/>
              <a:t>Frame Work: FLASK</a:t>
            </a:r>
            <a:br>
              <a:rPr lang="en-US" sz="2800" dirty="0"/>
            </a:br>
            <a:br>
              <a:rPr lang="en-US" sz="2800" dirty="0"/>
            </a:br>
            <a:r>
              <a:rPr lang="en-US" sz="2800" dirty="0"/>
              <a:t>Editor: VISUAL STUDIO CODE</a:t>
            </a:r>
            <a:br>
              <a:rPr lang="en-US" dirty="0"/>
            </a:br>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ED929A-C12C-4B84-A9BA-050874092ED1}"/>
              </a:ext>
            </a:extLst>
          </p:cNvPr>
          <p:cNvSpPr>
            <a:spLocks noGrp="1"/>
          </p:cNvSpPr>
          <p:nvPr>
            <p:ph type="sldNum" sz="quarter" idx="12"/>
          </p:nvPr>
        </p:nvSpPr>
        <p:spPr/>
        <p:txBody>
          <a:bodyPr/>
          <a:lstStyle/>
          <a:p>
            <a:fld id="{C263D6C4-4840-40CC-AC84-17E24B3B7BDE}" type="slidenum">
              <a:rPr lang="en-US" noProof="0" smtClean="0"/>
              <a:pPr/>
              <a:t>23</a:t>
            </a:fld>
            <a:endParaRPr lang="en-US" noProof="0" dirty="0"/>
          </a:p>
        </p:txBody>
      </p:sp>
      <p:sp>
        <p:nvSpPr>
          <p:cNvPr id="5" name="TextBox 4">
            <a:extLst>
              <a:ext uri="{FF2B5EF4-FFF2-40B4-BE49-F238E27FC236}">
                <a16:creationId xmlns:a16="http://schemas.microsoft.com/office/drawing/2014/main" id="{F97FB5A4-1CA7-4DB7-9929-FCEE20A0CF1C}"/>
              </a:ext>
            </a:extLst>
          </p:cNvPr>
          <p:cNvSpPr txBox="1"/>
          <p:nvPr/>
        </p:nvSpPr>
        <p:spPr>
          <a:xfrm>
            <a:off x="2083443" y="618231"/>
            <a:ext cx="7338349" cy="584775"/>
          </a:xfrm>
          <a:prstGeom prst="rect">
            <a:avLst/>
          </a:prstGeom>
          <a:noFill/>
        </p:spPr>
        <p:txBody>
          <a:bodyPr wrap="square" rtlCol="0">
            <a:spAutoFit/>
          </a:bodyPr>
          <a:lstStyle/>
          <a:p>
            <a:r>
              <a:rPr lang="en-US" sz="3200" dirty="0">
                <a:solidFill>
                  <a:srgbClr val="FF0000"/>
                </a:solidFill>
              </a:rPr>
              <a:t>     </a:t>
            </a:r>
            <a:r>
              <a:rPr lang="en-US" sz="3200" u="sng" dirty="0">
                <a:solidFill>
                  <a:srgbClr val="FF0000"/>
                </a:solidFill>
              </a:rPr>
              <a:t>Source of Database used for project</a:t>
            </a:r>
            <a:endParaRPr lang="en-GB" sz="3200" u="sng" dirty="0">
              <a:solidFill>
                <a:srgbClr val="FF0000"/>
              </a:solidFill>
            </a:endParaRPr>
          </a:p>
        </p:txBody>
      </p:sp>
      <p:sp>
        <p:nvSpPr>
          <p:cNvPr id="6" name="TextBox 5">
            <a:extLst>
              <a:ext uri="{FF2B5EF4-FFF2-40B4-BE49-F238E27FC236}">
                <a16:creationId xmlns:a16="http://schemas.microsoft.com/office/drawing/2014/main" id="{4821903A-378B-4891-B4D5-9D189679FF26}"/>
              </a:ext>
            </a:extLst>
          </p:cNvPr>
          <p:cNvSpPr txBox="1"/>
          <p:nvPr/>
        </p:nvSpPr>
        <p:spPr>
          <a:xfrm>
            <a:off x="1264023" y="1695449"/>
            <a:ext cx="9880227" cy="369332"/>
          </a:xfrm>
          <a:prstGeom prst="rect">
            <a:avLst/>
          </a:prstGeom>
          <a:noFill/>
        </p:spPr>
        <p:txBody>
          <a:bodyPr wrap="square" rtlCol="0">
            <a:spAutoFit/>
          </a:bodyPr>
          <a:lstStyle/>
          <a:p>
            <a:r>
              <a:rPr lang="en-US" dirty="0"/>
              <a:t>      Movies Dataset and Rating is download form Kaggle website they provide free Datasets.</a:t>
            </a:r>
          </a:p>
        </p:txBody>
      </p:sp>
      <p:pic>
        <p:nvPicPr>
          <p:cNvPr id="7" name="Picture 6">
            <a:extLst>
              <a:ext uri="{FF2B5EF4-FFF2-40B4-BE49-F238E27FC236}">
                <a16:creationId xmlns:a16="http://schemas.microsoft.com/office/drawing/2014/main" id="{1ABAB84A-E3ED-441B-7181-15B20CC1D9E3}"/>
              </a:ext>
            </a:extLst>
          </p:cNvPr>
          <p:cNvPicPr>
            <a:picLocks noChangeAspect="1"/>
          </p:cNvPicPr>
          <p:nvPr/>
        </p:nvPicPr>
        <p:blipFill>
          <a:blip r:embed="rId2"/>
          <a:stretch>
            <a:fillRect/>
          </a:stretch>
        </p:blipFill>
        <p:spPr>
          <a:xfrm>
            <a:off x="1196789" y="2004541"/>
            <a:ext cx="9435353" cy="4853459"/>
          </a:xfrm>
          <a:prstGeom prst="rect">
            <a:avLst/>
          </a:prstGeom>
        </p:spPr>
      </p:pic>
    </p:spTree>
    <p:extLst>
      <p:ext uri="{BB962C8B-B14F-4D97-AF65-F5344CB8AC3E}">
        <p14:creationId xmlns:p14="http://schemas.microsoft.com/office/powerpoint/2010/main" val="487159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1D1C1-45F6-4A17-9F7A-D390A6BB7C53}"/>
              </a:ext>
            </a:extLst>
          </p:cNvPr>
          <p:cNvSpPr>
            <a:spLocks noGrp="1"/>
          </p:cNvSpPr>
          <p:nvPr>
            <p:ph type="title"/>
          </p:nvPr>
        </p:nvSpPr>
        <p:spPr>
          <a:xfrm>
            <a:off x="350251" y="2778218"/>
            <a:ext cx="8121396" cy="1438275"/>
          </a:xfrm>
        </p:spPr>
        <p:txBody>
          <a:bodyPr>
            <a:noAutofit/>
          </a:bodyPr>
          <a:lstStyle/>
          <a:p>
            <a:r>
              <a:rPr lang="en-US" sz="6600" dirty="0"/>
              <a:t>ARCHITECTURE</a:t>
            </a:r>
            <a:br>
              <a:rPr lang="en-US" sz="6600" dirty="0"/>
            </a:br>
            <a:r>
              <a:rPr lang="en-US" sz="6600" dirty="0"/>
              <a:t>DIAGRAM</a:t>
            </a:r>
          </a:p>
        </p:txBody>
      </p:sp>
    </p:spTree>
    <p:extLst>
      <p:ext uri="{BB962C8B-B14F-4D97-AF65-F5344CB8AC3E}">
        <p14:creationId xmlns:p14="http://schemas.microsoft.com/office/powerpoint/2010/main" val="3383075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2498A7-FD80-47C2-8E65-B8C5417F1793}"/>
              </a:ext>
            </a:extLst>
          </p:cNvPr>
          <p:cNvSpPr>
            <a:spLocks noGrp="1"/>
          </p:cNvSpPr>
          <p:nvPr>
            <p:ph type="sldNum" sz="quarter" idx="12"/>
          </p:nvPr>
        </p:nvSpPr>
        <p:spPr/>
        <p:txBody>
          <a:bodyPr/>
          <a:lstStyle/>
          <a:p>
            <a:fld id="{C263D6C4-4840-40CC-AC84-17E24B3B7BDE}" type="slidenum">
              <a:rPr lang="en-US" noProof="0" smtClean="0"/>
              <a:pPr/>
              <a:t>25</a:t>
            </a:fld>
            <a:endParaRPr lang="en-US" noProof="0" dirty="0"/>
          </a:p>
        </p:txBody>
      </p:sp>
      <p:pic>
        <p:nvPicPr>
          <p:cNvPr id="5" name="Picture 4">
            <a:extLst>
              <a:ext uri="{FF2B5EF4-FFF2-40B4-BE49-F238E27FC236}">
                <a16:creationId xmlns:a16="http://schemas.microsoft.com/office/drawing/2014/main" id="{42B92A53-F8E6-7755-21E6-8EEA1A1B8BC2}"/>
              </a:ext>
            </a:extLst>
          </p:cNvPr>
          <p:cNvPicPr>
            <a:picLocks noChangeAspect="1"/>
          </p:cNvPicPr>
          <p:nvPr/>
        </p:nvPicPr>
        <p:blipFill>
          <a:blip r:embed="rId2"/>
          <a:stretch>
            <a:fillRect/>
          </a:stretch>
        </p:blipFill>
        <p:spPr>
          <a:xfrm>
            <a:off x="1447800" y="503237"/>
            <a:ext cx="9296400" cy="6091268"/>
          </a:xfrm>
          <a:prstGeom prst="rect">
            <a:avLst/>
          </a:prstGeom>
        </p:spPr>
      </p:pic>
    </p:spTree>
    <p:extLst>
      <p:ext uri="{BB962C8B-B14F-4D97-AF65-F5344CB8AC3E}">
        <p14:creationId xmlns:p14="http://schemas.microsoft.com/office/powerpoint/2010/main" val="1740759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C334E-7BE4-DE6C-211D-E6B4E82175F4}"/>
              </a:ext>
            </a:extLst>
          </p:cNvPr>
          <p:cNvSpPr>
            <a:spLocks noGrp="1"/>
          </p:cNvSpPr>
          <p:nvPr>
            <p:ph type="title"/>
          </p:nvPr>
        </p:nvSpPr>
        <p:spPr>
          <a:xfrm>
            <a:off x="832104" y="2914650"/>
            <a:ext cx="7781544" cy="1095375"/>
          </a:xfrm>
        </p:spPr>
        <p:txBody>
          <a:bodyPr/>
          <a:lstStyle/>
          <a:p>
            <a:r>
              <a:rPr lang="en-IN" dirty="0"/>
              <a:t>HYPOTHESIS</a:t>
            </a:r>
          </a:p>
        </p:txBody>
      </p:sp>
      <p:sp>
        <p:nvSpPr>
          <p:cNvPr id="4" name="Slide Number Placeholder 3">
            <a:extLst>
              <a:ext uri="{FF2B5EF4-FFF2-40B4-BE49-F238E27FC236}">
                <a16:creationId xmlns:a16="http://schemas.microsoft.com/office/drawing/2014/main" id="{1A48CD1E-9775-1223-BD37-3E11C67336CD}"/>
              </a:ext>
            </a:extLst>
          </p:cNvPr>
          <p:cNvSpPr>
            <a:spLocks noGrp="1"/>
          </p:cNvSpPr>
          <p:nvPr>
            <p:ph type="sldNum" sz="quarter" idx="12"/>
          </p:nvPr>
        </p:nvSpPr>
        <p:spPr/>
        <p:txBody>
          <a:bodyPr/>
          <a:lstStyle/>
          <a:p>
            <a:fld id="{C263D6C4-4840-40CC-AC84-17E24B3B7BDE}" type="slidenum">
              <a:rPr lang="en-US" noProof="0" smtClean="0"/>
              <a:pPr/>
              <a:t>26</a:t>
            </a:fld>
            <a:endParaRPr lang="en-US" noProof="0" dirty="0"/>
          </a:p>
        </p:txBody>
      </p:sp>
    </p:spTree>
    <p:extLst>
      <p:ext uri="{BB962C8B-B14F-4D97-AF65-F5344CB8AC3E}">
        <p14:creationId xmlns:p14="http://schemas.microsoft.com/office/powerpoint/2010/main" val="2201667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CEABB-8095-C92A-D774-162180FCED15}"/>
              </a:ext>
            </a:extLst>
          </p:cNvPr>
          <p:cNvSpPr>
            <a:spLocks noGrp="1"/>
          </p:cNvSpPr>
          <p:nvPr>
            <p:ph type="title"/>
          </p:nvPr>
        </p:nvSpPr>
        <p:spPr>
          <a:xfrm>
            <a:off x="590550" y="1371600"/>
            <a:ext cx="7877175" cy="4438650"/>
          </a:xfrm>
        </p:spPr>
        <p:txBody>
          <a:bodyPr>
            <a:noAutofit/>
          </a:bodyPr>
          <a:lstStyle/>
          <a:p>
            <a:r>
              <a:rPr lang="en-IN" sz="2600" dirty="0"/>
              <a:t>1. FULL WORKING MOVIE RECOMMENDATION WEBPAGE</a:t>
            </a:r>
            <a:br>
              <a:rPr lang="en-IN" sz="2600" dirty="0"/>
            </a:br>
            <a:br>
              <a:rPr lang="en-IN" sz="2600" dirty="0"/>
            </a:br>
            <a:r>
              <a:rPr lang="en-IN" sz="2600" dirty="0"/>
              <a:t>2. COLLABORATIVE FILTERING BASED MACHINE                LEARNING MODEL</a:t>
            </a:r>
            <a:br>
              <a:rPr lang="en-IN" sz="2600" dirty="0"/>
            </a:br>
            <a:br>
              <a:rPr lang="en-IN" sz="2600" dirty="0"/>
            </a:br>
            <a:r>
              <a:rPr lang="en-IN" sz="2600" dirty="0"/>
              <a:t>3. EASY TO USE USER INTERFACE</a:t>
            </a:r>
            <a:br>
              <a:rPr lang="en-IN" sz="2600" dirty="0"/>
            </a:br>
            <a:br>
              <a:rPr lang="en-IN" sz="2600" dirty="0"/>
            </a:br>
            <a:br>
              <a:rPr lang="en-IN" sz="2600" dirty="0"/>
            </a:br>
            <a:endParaRPr lang="en-IN" sz="2600" dirty="0"/>
          </a:p>
        </p:txBody>
      </p:sp>
      <p:sp>
        <p:nvSpPr>
          <p:cNvPr id="4" name="Slide Number Placeholder 3">
            <a:extLst>
              <a:ext uri="{FF2B5EF4-FFF2-40B4-BE49-F238E27FC236}">
                <a16:creationId xmlns:a16="http://schemas.microsoft.com/office/drawing/2014/main" id="{DD3F0648-E2F3-DA50-4BCC-6E89A37BF8AF}"/>
              </a:ext>
            </a:extLst>
          </p:cNvPr>
          <p:cNvSpPr>
            <a:spLocks noGrp="1"/>
          </p:cNvSpPr>
          <p:nvPr>
            <p:ph type="sldNum" sz="quarter" idx="12"/>
          </p:nvPr>
        </p:nvSpPr>
        <p:spPr/>
        <p:txBody>
          <a:bodyPr/>
          <a:lstStyle/>
          <a:p>
            <a:fld id="{C263D6C4-4840-40CC-AC84-17E24B3B7BDE}" type="slidenum">
              <a:rPr lang="en-US" noProof="0" smtClean="0"/>
              <a:pPr/>
              <a:t>27</a:t>
            </a:fld>
            <a:endParaRPr lang="en-US" noProof="0" dirty="0"/>
          </a:p>
        </p:txBody>
      </p:sp>
    </p:spTree>
    <p:extLst>
      <p:ext uri="{BB962C8B-B14F-4D97-AF65-F5344CB8AC3E}">
        <p14:creationId xmlns:p14="http://schemas.microsoft.com/office/powerpoint/2010/main" val="3688348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4" y="2085974"/>
            <a:ext cx="7781544" cy="1343025"/>
          </a:xfrm>
        </p:spPr>
        <p:txBody>
          <a:bodyPr>
            <a:normAutofit/>
          </a:bodyPr>
          <a:lstStyle/>
          <a:p>
            <a:r>
              <a:rPr lang="en-IN" sz="6000" dirty="0"/>
              <a:t>UML DIAGRAMS</a:t>
            </a:r>
          </a:p>
        </p:txBody>
      </p:sp>
    </p:spTree>
    <p:extLst>
      <p:ext uri="{BB962C8B-B14F-4D97-AF65-F5344CB8AC3E}">
        <p14:creationId xmlns:p14="http://schemas.microsoft.com/office/powerpoint/2010/main" val="4231238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94995" y="0"/>
            <a:ext cx="9888071" cy="769441"/>
          </a:xfrm>
          <a:prstGeom prst="rect">
            <a:avLst/>
          </a:prstGeom>
          <a:noFill/>
        </p:spPr>
        <p:txBody>
          <a:bodyPr wrap="square" rtlCol="0">
            <a:spAutoFit/>
          </a:bodyPr>
          <a:lstStyle/>
          <a:p>
            <a:r>
              <a:rPr lang="en-IN" sz="4400" dirty="0"/>
              <a:t>                   </a:t>
            </a:r>
            <a:r>
              <a:rPr lang="en-IN" sz="4400" u="sng" dirty="0">
                <a:solidFill>
                  <a:srgbClr val="FF0000"/>
                </a:solidFill>
              </a:rPr>
              <a:t>Use Case Diagram</a:t>
            </a:r>
          </a:p>
        </p:txBody>
      </p:sp>
      <p:pic>
        <p:nvPicPr>
          <p:cNvPr id="8" name="Picture 7">
            <a:extLst>
              <a:ext uri="{FF2B5EF4-FFF2-40B4-BE49-F238E27FC236}">
                <a16:creationId xmlns:a16="http://schemas.microsoft.com/office/drawing/2014/main" id="{8D3EAA07-5F6C-2419-E1BB-4C9A7BF5C3C1}"/>
              </a:ext>
            </a:extLst>
          </p:cNvPr>
          <p:cNvPicPr>
            <a:picLocks noChangeAspect="1"/>
          </p:cNvPicPr>
          <p:nvPr/>
        </p:nvPicPr>
        <p:blipFill rotWithShape="1">
          <a:blip r:embed="rId2"/>
          <a:srcRect t="4380" b="5485"/>
          <a:stretch/>
        </p:blipFill>
        <p:spPr>
          <a:xfrm>
            <a:off x="2092960" y="680721"/>
            <a:ext cx="6591063" cy="6177280"/>
          </a:xfrm>
          <a:prstGeom prst="rect">
            <a:avLst/>
          </a:prstGeom>
        </p:spPr>
      </p:pic>
    </p:spTree>
    <p:extLst>
      <p:ext uri="{BB962C8B-B14F-4D97-AF65-F5344CB8AC3E}">
        <p14:creationId xmlns:p14="http://schemas.microsoft.com/office/powerpoint/2010/main" val="975708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98456" y="0"/>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sz="4400" u="sng" dirty="0">
                <a:solidFill>
                  <a:srgbClr val="FF0000"/>
                </a:solidFill>
                <a:latin typeface="Calibri" panose="020F0502020204030204"/>
              </a:rPr>
              <a:t>Web Page User</a:t>
            </a:r>
            <a:r>
              <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rPr>
              <a:t> Activity Diagram</a:t>
            </a:r>
          </a:p>
        </p:txBody>
      </p:sp>
      <p:pic>
        <p:nvPicPr>
          <p:cNvPr id="11" name="Picture 10">
            <a:extLst>
              <a:ext uri="{FF2B5EF4-FFF2-40B4-BE49-F238E27FC236}">
                <a16:creationId xmlns:a16="http://schemas.microsoft.com/office/drawing/2014/main" id="{B67AD559-D5DD-09B5-7D0A-D688E491BFC6}"/>
              </a:ext>
            </a:extLst>
          </p:cNvPr>
          <p:cNvPicPr>
            <a:picLocks noChangeAspect="1"/>
          </p:cNvPicPr>
          <p:nvPr/>
        </p:nvPicPr>
        <p:blipFill rotWithShape="1">
          <a:blip r:embed="rId2"/>
          <a:srcRect t="4209" b="2959"/>
          <a:stretch/>
        </p:blipFill>
        <p:spPr>
          <a:xfrm>
            <a:off x="4663441" y="841417"/>
            <a:ext cx="2540000" cy="5830305"/>
          </a:xfrm>
          <a:prstGeom prst="rect">
            <a:avLst/>
          </a:prstGeom>
        </p:spPr>
      </p:pic>
    </p:spTree>
    <p:extLst>
      <p:ext uri="{BB962C8B-B14F-4D97-AF65-F5344CB8AC3E}">
        <p14:creationId xmlns:p14="http://schemas.microsoft.com/office/powerpoint/2010/main" val="54228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65884" y="0"/>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rPr>
              <a:t>Level-0 Data Flow Diagram</a:t>
            </a:r>
          </a:p>
        </p:txBody>
      </p:sp>
      <p:pic>
        <p:nvPicPr>
          <p:cNvPr id="7" name="Picture 6">
            <a:extLst>
              <a:ext uri="{FF2B5EF4-FFF2-40B4-BE49-F238E27FC236}">
                <a16:creationId xmlns:a16="http://schemas.microsoft.com/office/drawing/2014/main" id="{1B70FD4A-1F1E-0CA8-0A2A-046AC938FE34}"/>
              </a:ext>
            </a:extLst>
          </p:cNvPr>
          <p:cNvPicPr>
            <a:picLocks noChangeAspect="1"/>
          </p:cNvPicPr>
          <p:nvPr/>
        </p:nvPicPr>
        <p:blipFill>
          <a:blip r:embed="rId2"/>
          <a:stretch>
            <a:fillRect/>
          </a:stretch>
        </p:blipFill>
        <p:spPr>
          <a:xfrm>
            <a:off x="2009387" y="916462"/>
            <a:ext cx="7784853" cy="5750315"/>
          </a:xfrm>
          <a:prstGeom prst="rect">
            <a:avLst/>
          </a:prstGeom>
        </p:spPr>
      </p:pic>
    </p:spTree>
    <p:extLst>
      <p:ext uri="{BB962C8B-B14F-4D97-AF65-F5344CB8AC3E}">
        <p14:creationId xmlns:p14="http://schemas.microsoft.com/office/powerpoint/2010/main" val="1568935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88296" y="86061"/>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rPr>
              <a:t>Level-1 Data Flow Diagram</a:t>
            </a:r>
          </a:p>
        </p:txBody>
      </p:sp>
      <p:pic>
        <p:nvPicPr>
          <p:cNvPr id="7" name="Picture 6">
            <a:extLst>
              <a:ext uri="{FF2B5EF4-FFF2-40B4-BE49-F238E27FC236}">
                <a16:creationId xmlns:a16="http://schemas.microsoft.com/office/drawing/2014/main" id="{89246501-5BFA-7FB9-28EA-62F89AC29E2F}"/>
              </a:ext>
            </a:extLst>
          </p:cNvPr>
          <p:cNvPicPr>
            <a:picLocks noChangeAspect="1"/>
          </p:cNvPicPr>
          <p:nvPr/>
        </p:nvPicPr>
        <p:blipFill>
          <a:blip r:embed="rId2"/>
          <a:stretch>
            <a:fillRect/>
          </a:stretch>
        </p:blipFill>
        <p:spPr>
          <a:xfrm>
            <a:off x="1617945" y="1026160"/>
            <a:ext cx="8402439" cy="5651198"/>
          </a:xfrm>
          <a:prstGeom prst="rect">
            <a:avLst/>
          </a:prstGeom>
        </p:spPr>
      </p:pic>
    </p:spTree>
    <p:extLst>
      <p:ext uri="{BB962C8B-B14F-4D97-AF65-F5344CB8AC3E}">
        <p14:creationId xmlns:p14="http://schemas.microsoft.com/office/powerpoint/2010/main" val="764810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832104" y="2085974"/>
            <a:ext cx="7781544" cy="1786779"/>
          </a:xfrm>
        </p:spPr>
        <p:txBody>
          <a:bodyPr>
            <a:normAutofit/>
          </a:bodyPr>
          <a:lstStyle/>
          <a:p>
            <a:r>
              <a:rPr lang="en-IN" sz="8000" dirty="0"/>
              <a:t>Front End</a:t>
            </a:r>
          </a:p>
        </p:txBody>
      </p:sp>
    </p:spTree>
    <p:extLst>
      <p:ext uri="{BB962C8B-B14F-4D97-AF65-F5344CB8AC3E}">
        <p14:creationId xmlns:p14="http://schemas.microsoft.com/office/powerpoint/2010/main" val="1919761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9B5885-FD4D-4345-A187-AF98CB3251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BE6A6C9D-BC45-422E-9838-F9FA22273AF1}"/>
              </a:ext>
            </a:extLst>
          </p:cNvPr>
          <p:cNvSpPr>
            <a:spLocks noGrp="1"/>
          </p:cNvSpPr>
          <p:nvPr>
            <p:ph type="title"/>
          </p:nvPr>
        </p:nvSpPr>
        <p:spPr>
          <a:xfrm>
            <a:off x="832104" y="2823100"/>
            <a:ext cx="7912401" cy="4034900"/>
          </a:xfrm>
        </p:spPr>
        <p:txBody>
          <a:bodyPr>
            <a:noAutofit/>
          </a:bodyPr>
          <a:lstStyle/>
          <a:p>
            <a:r>
              <a:rPr lang="en-US" sz="3600" u="sng" dirty="0"/>
              <a:t>Tags and Buttons used:-</a:t>
            </a:r>
            <a:br>
              <a:rPr lang="en-US" sz="3600" u="sng" dirty="0"/>
            </a:br>
            <a:br>
              <a:rPr lang="en-US" sz="3600" dirty="0"/>
            </a:br>
            <a:r>
              <a:rPr lang="en-US" sz="3600" u="sng" dirty="0"/>
              <a:t>Dropdown </a:t>
            </a:r>
            <a:r>
              <a:rPr lang="en-US" sz="3200" u="sng" dirty="0"/>
              <a:t>Text Box:- </a:t>
            </a:r>
            <a:br>
              <a:rPr lang="en-US" sz="3200" u="sng" dirty="0"/>
            </a:br>
            <a:br>
              <a:rPr lang="en-US" sz="2800" dirty="0"/>
            </a:br>
            <a:r>
              <a:rPr lang="en-US" sz="2800" dirty="0"/>
              <a:t>      For Entering the Movie Name</a:t>
            </a:r>
            <a:br>
              <a:rPr lang="en-US" sz="2800" dirty="0"/>
            </a:br>
            <a:br>
              <a:rPr lang="en-US" sz="2800" dirty="0"/>
            </a:br>
            <a:r>
              <a:rPr lang="en-US" sz="3600" u="sng" dirty="0"/>
              <a:t>Text Box:-</a:t>
            </a:r>
            <a:br>
              <a:rPr lang="en-US" sz="2800" dirty="0"/>
            </a:br>
            <a:br>
              <a:rPr lang="en-US" sz="2800" dirty="0"/>
            </a:br>
            <a:r>
              <a:rPr lang="en-US" sz="2800" dirty="0"/>
              <a:t>      For Entering the movie Count</a:t>
            </a:r>
            <a:br>
              <a:rPr lang="en-US" sz="2800" dirty="0"/>
            </a:br>
            <a:br>
              <a:rPr lang="en-US" sz="2800" dirty="0"/>
            </a:br>
            <a:r>
              <a:rPr lang="en-US" sz="3200" u="sng" dirty="0">
                <a:solidFill>
                  <a:srgbClr val="FFFFFF"/>
                </a:solidFill>
                <a:latin typeface="Trebuchet MS"/>
              </a:rPr>
              <a:t>BUTTON:-</a:t>
            </a:r>
            <a:r>
              <a:rPr kumimoji="0" lang="en-US" sz="3200" b="1" i="0" u="sng" strike="noStrike" kern="1200" cap="none" spc="0" normalizeH="0" baseline="0" noProof="0" dirty="0">
                <a:ln>
                  <a:noFill/>
                </a:ln>
                <a:solidFill>
                  <a:srgbClr val="FFFFFF"/>
                </a:solidFill>
                <a:effectLst/>
                <a:uLnTx/>
                <a:uFillTx/>
                <a:latin typeface="Trebuchet MS"/>
                <a:ea typeface="+mj-ea"/>
                <a:cs typeface="+mj-cs"/>
              </a:rPr>
              <a:t> </a:t>
            </a:r>
            <a:br>
              <a:rPr lang="en-US" sz="2800" dirty="0">
                <a:solidFill>
                  <a:srgbClr val="FFFFFF"/>
                </a:solidFill>
                <a:latin typeface="Trebuchet MS"/>
              </a:rPr>
            </a:br>
            <a:br>
              <a:rPr lang="en-US" sz="2800" dirty="0">
                <a:solidFill>
                  <a:srgbClr val="FFFFFF"/>
                </a:solidFill>
                <a:latin typeface="Trebuchet MS"/>
              </a:rPr>
            </a:br>
            <a:r>
              <a:rPr lang="en-US" sz="2800" dirty="0">
                <a:solidFill>
                  <a:srgbClr val="FFFFFF"/>
                </a:solidFill>
                <a:latin typeface="Trebuchet MS"/>
              </a:rPr>
              <a:t>      For Getting movie details</a:t>
            </a:r>
            <a:br>
              <a:rPr lang="en-US" sz="2800" dirty="0">
                <a:solidFill>
                  <a:srgbClr val="FFFFFF"/>
                </a:solidFill>
                <a:latin typeface="Trebuchet MS"/>
              </a:rPr>
            </a:br>
            <a:endParaRPr lang="en-US" sz="2000" dirty="0"/>
          </a:p>
        </p:txBody>
      </p:sp>
    </p:spTree>
    <p:extLst>
      <p:ext uri="{BB962C8B-B14F-4D97-AF65-F5344CB8AC3E}">
        <p14:creationId xmlns:p14="http://schemas.microsoft.com/office/powerpoint/2010/main" val="2637893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910216" y="0"/>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rPr>
              <a:t>Webpage Frontend</a:t>
            </a:r>
          </a:p>
        </p:txBody>
      </p:sp>
      <p:pic>
        <p:nvPicPr>
          <p:cNvPr id="3" name="Picture 2">
            <a:extLst>
              <a:ext uri="{FF2B5EF4-FFF2-40B4-BE49-F238E27FC236}">
                <a16:creationId xmlns:a16="http://schemas.microsoft.com/office/drawing/2014/main" id="{943155E9-1A64-31A5-7FBE-2444E9F3A485}"/>
              </a:ext>
            </a:extLst>
          </p:cNvPr>
          <p:cNvPicPr>
            <a:picLocks noChangeAspect="1"/>
          </p:cNvPicPr>
          <p:nvPr/>
        </p:nvPicPr>
        <p:blipFill>
          <a:blip r:embed="rId2"/>
          <a:stretch>
            <a:fillRect/>
          </a:stretch>
        </p:blipFill>
        <p:spPr>
          <a:xfrm>
            <a:off x="1047312" y="853217"/>
            <a:ext cx="10097375" cy="5151566"/>
          </a:xfrm>
          <a:prstGeom prst="rect">
            <a:avLst/>
          </a:prstGeom>
        </p:spPr>
      </p:pic>
    </p:spTree>
    <p:extLst>
      <p:ext uri="{BB962C8B-B14F-4D97-AF65-F5344CB8AC3E}">
        <p14:creationId xmlns:p14="http://schemas.microsoft.com/office/powerpoint/2010/main" val="653288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2D62D-D361-4369-E9A8-A8A9B40821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4" name="Title 3">
            <a:extLst>
              <a:ext uri="{FF2B5EF4-FFF2-40B4-BE49-F238E27FC236}">
                <a16:creationId xmlns:a16="http://schemas.microsoft.com/office/drawing/2014/main" id="{2DEC0B83-B886-DBA7-BEDF-E88FEE41F126}"/>
              </a:ext>
            </a:extLst>
          </p:cNvPr>
          <p:cNvSpPr>
            <a:spLocks noGrp="1"/>
          </p:cNvSpPr>
          <p:nvPr>
            <p:ph type="title"/>
          </p:nvPr>
        </p:nvSpPr>
        <p:spPr>
          <a:xfrm>
            <a:off x="286871" y="2935941"/>
            <a:ext cx="10420096" cy="986118"/>
          </a:xfrm>
        </p:spPr>
        <p:txBody>
          <a:bodyPr>
            <a:normAutofit/>
          </a:bodyPr>
          <a:lstStyle/>
          <a:p>
            <a:r>
              <a:rPr lang="en-IN" dirty="0"/>
              <a:t>MACHINE LEARNING MODEL</a:t>
            </a:r>
          </a:p>
        </p:txBody>
      </p:sp>
    </p:spTree>
    <p:extLst>
      <p:ext uri="{BB962C8B-B14F-4D97-AF65-F5344CB8AC3E}">
        <p14:creationId xmlns:p14="http://schemas.microsoft.com/office/powerpoint/2010/main" val="2266567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910216" y="0"/>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4400" b="0" i="0" u="none" strike="noStrike" kern="1200" cap="none" spc="0" normalizeH="0" baseline="0" noProof="0" dirty="0">
                <a:ln>
                  <a:noFill/>
                </a:ln>
                <a:solidFill>
                  <a:srgbClr val="FF0000"/>
                </a:solidFill>
                <a:effectLst/>
                <a:uLnTx/>
                <a:uFillTx/>
                <a:latin typeface="Calibri" panose="020F0502020204030204"/>
                <a:ea typeface="+mn-ea"/>
                <a:cs typeface="+mn-cs"/>
              </a:rPr>
              <a:t>Filtering Methods</a:t>
            </a:r>
            <a:endPar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3644432-E14D-8D38-CC18-0B84187ABE2C}"/>
              </a:ext>
            </a:extLst>
          </p:cNvPr>
          <p:cNvSpPr txBox="1"/>
          <p:nvPr/>
        </p:nvSpPr>
        <p:spPr>
          <a:xfrm>
            <a:off x="663388" y="1075766"/>
            <a:ext cx="7575177" cy="5262979"/>
          </a:xfrm>
          <a:prstGeom prst="rect">
            <a:avLst/>
          </a:prstGeom>
          <a:noFill/>
        </p:spPr>
        <p:txBody>
          <a:bodyPr wrap="square" rtlCol="0">
            <a:spAutoFit/>
          </a:bodyPr>
          <a:lstStyle/>
          <a:p>
            <a:r>
              <a:rPr lang="en-IN" sz="2400" dirty="0">
                <a:solidFill>
                  <a:schemeClr val="bg1"/>
                </a:solidFill>
              </a:rPr>
              <a:t>There are two types of filtering methods:-</a:t>
            </a:r>
          </a:p>
          <a:p>
            <a:endParaRPr lang="en-IN" sz="2400" dirty="0">
              <a:solidFill>
                <a:schemeClr val="bg1"/>
              </a:solidFill>
            </a:endParaRPr>
          </a:p>
          <a:p>
            <a:r>
              <a:rPr lang="en-IN" sz="2400" u="sng" dirty="0">
                <a:solidFill>
                  <a:schemeClr val="bg1"/>
                </a:solidFill>
              </a:rPr>
              <a:t>1.Content Based Filtering</a:t>
            </a:r>
          </a:p>
          <a:p>
            <a:r>
              <a:rPr lang="en-US" sz="2400" b="0" i="0" dirty="0">
                <a:solidFill>
                  <a:schemeClr val="bg1"/>
                </a:solidFill>
                <a:effectLst/>
                <a:latin typeface="EB Garamond" panose="00000500000000000000" pitchFamily="2" charset="0"/>
              </a:rPr>
              <a:t>         The content-based approach uses additional information about users or items. This filtering method uses item features to recommend other items similar to what the user likes.</a:t>
            </a:r>
          </a:p>
          <a:p>
            <a:endParaRPr lang="en-US" sz="2400" u="sng" dirty="0">
              <a:solidFill>
                <a:schemeClr val="bg1"/>
              </a:solidFill>
              <a:latin typeface="EB Garamond" panose="00000500000000000000" pitchFamily="2" charset="0"/>
            </a:endParaRPr>
          </a:p>
          <a:p>
            <a:r>
              <a:rPr lang="en-IN" sz="2400" u="sng" dirty="0">
                <a:solidFill>
                  <a:schemeClr val="bg1"/>
                </a:solidFill>
              </a:rPr>
              <a:t>2.Collaborative Based Filtering</a:t>
            </a:r>
          </a:p>
          <a:p>
            <a:r>
              <a:rPr lang="en-IN" sz="2400" dirty="0">
                <a:solidFill>
                  <a:schemeClr val="bg1"/>
                </a:solidFill>
              </a:rPr>
              <a:t>         </a:t>
            </a:r>
            <a:r>
              <a:rPr lang="en-US" sz="2400" b="0" i="0" dirty="0">
                <a:solidFill>
                  <a:schemeClr val="bg1"/>
                </a:solidFill>
                <a:effectLst/>
                <a:latin typeface="EB Garamond" panose="00000500000000000000" pitchFamily="2" charset="0"/>
              </a:rPr>
              <a:t>Collaborative filtering method for recommender systems is a method that is solely based on the past interactions that have been recorded between users and items to produce new recommendations. </a:t>
            </a:r>
            <a:r>
              <a:rPr lang="en-US" sz="2400" dirty="0">
                <a:solidFill>
                  <a:schemeClr val="bg1"/>
                </a:solidFill>
                <a:latin typeface="EB Garamond" panose="00000500000000000000" pitchFamily="2" charset="0"/>
              </a:rPr>
              <a:t>It</a:t>
            </a:r>
            <a:r>
              <a:rPr lang="en-US" sz="2400" b="0" i="0" dirty="0">
                <a:solidFill>
                  <a:schemeClr val="bg1"/>
                </a:solidFill>
                <a:effectLst/>
                <a:latin typeface="EB Garamond" panose="00000500000000000000" pitchFamily="2" charset="0"/>
              </a:rPr>
              <a:t> tends to find what similar users would like and the recommendations will be provided based on that data.</a:t>
            </a:r>
            <a:endParaRPr lang="en-IN" sz="2400" u="sng" dirty="0">
              <a:solidFill>
                <a:schemeClr val="bg1"/>
              </a:solidFill>
            </a:endParaRPr>
          </a:p>
          <a:p>
            <a:endParaRPr lang="en-IN" sz="2400" u="sng" dirty="0"/>
          </a:p>
        </p:txBody>
      </p:sp>
      <p:pic>
        <p:nvPicPr>
          <p:cNvPr id="9" name="Picture 8">
            <a:extLst>
              <a:ext uri="{FF2B5EF4-FFF2-40B4-BE49-F238E27FC236}">
                <a16:creationId xmlns:a16="http://schemas.microsoft.com/office/drawing/2014/main" id="{443F2568-2F9B-8182-31A6-75536F07F282}"/>
              </a:ext>
            </a:extLst>
          </p:cNvPr>
          <p:cNvPicPr>
            <a:picLocks noChangeAspect="1"/>
          </p:cNvPicPr>
          <p:nvPr/>
        </p:nvPicPr>
        <p:blipFill>
          <a:blip r:embed="rId2"/>
          <a:stretch>
            <a:fillRect/>
          </a:stretch>
        </p:blipFill>
        <p:spPr>
          <a:xfrm>
            <a:off x="8416793" y="4080355"/>
            <a:ext cx="2273261" cy="2652139"/>
          </a:xfrm>
          <a:prstGeom prst="rect">
            <a:avLst/>
          </a:prstGeom>
        </p:spPr>
      </p:pic>
      <p:pic>
        <p:nvPicPr>
          <p:cNvPr id="11" name="Picture 10">
            <a:extLst>
              <a:ext uri="{FF2B5EF4-FFF2-40B4-BE49-F238E27FC236}">
                <a16:creationId xmlns:a16="http://schemas.microsoft.com/office/drawing/2014/main" id="{474225A0-A5DB-6A4B-01BC-DCD3CACBC993}"/>
              </a:ext>
            </a:extLst>
          </p:cNvPr>
          <p:cNvPicPr>
            <a:picLocks noChangeAspect="1"/>
          </p:cNvPicPr>
          <p:nvPr/>
        </p:nvPicPr>
        <p:blipFill>
          <a:blip r:embed="rId3"/>
          <a:stretch>
            <a:fillRect/>
          </a:stretch>
        </p:blipFill>
        <p:spPr>
          <a:xfrm>
            <a:off x="8238565" y="1241949"/>
            <a:ext cx="2857748" cy="2545301"/>
          </a:xfrm>
          <a:prstGeom prst="rect">
            <a:avLst/>
          </a:prstGeom>
        </p:spPr>
      </p:pic>
    </p:spTree>
    <p:extLst>
      <p:ext uri="{BB962C8B-B14F-4D97-AF65-F5344CB8AC3E}">
        <p14:creationId xmlns:p14="http://schemas.microsoft.com/office/powerpoint/2010/main" val="3462760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663388" y="0"/>
            <a:ext cx="10134899"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sz="4000" dirty="0">
                <a:solidFill>
                  <a:srgbClr val="FF0000"/>
                </a:solidFill>
                <a:latin typeface="Calibri" panose="020F0502020204030204"/>
              </a:rPr>
              <a:t>SINGULAR VALUE DECOMPOSITION</a:t>
            </a:r>
            <a:endParaRPr kumimoji="0" lang="en-IN" sz="4000" b="0" i="0" u="sng"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3644432-E14D-8D38-CC18-0B84187ABE2C}"/>
              </a:ext>
            </a:extLst>
          </p:cNvPr>
          <p:cNvSpPr txBox="1"/>
          <p:nvPr/>
        </p:nvSpPr>
        <p:spPr>
          <a:xfrm>
            <a:off x="663388" y="1075766"/>
            <a:ext cx="10488706"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i="0" dirty="0">
                <a:solidFill>
                  <a:srgbClr val="000000"/>
                </a:solidFill>
                <a:effectLst/>
                <a:latin typeface="EB Garamond" panose="00000500000000000000" pitchFamily="2" charset="0"/>
              </a:rPr>
              <a:t>               </a:t>
            </a:r>
            <a:r>
              <a:rPr lang="en-US" sz="2400" b="0" i="0" dirty="0">
                <a:solidFill>
                  <a:schemeClr val="bg1"/>
                </a:solidFill>
                <a:effectLst/>
                <a:latin typeface="EB Garamond" panose="00000500000000000000" pitchFamily="2" charset="0"/>
              </a:rPr>
              <a:t>Singular Value Decomposition a method from linear algebra that has been generally used as a dimensionality reduction technique in machine learning</a:t>
            </a:r>
            <a:r>
              <a:rPr kumimoji="0" lang="en-IN" sz="2400" b="0" i="0" u="none" strike="noStrike" kern="1200" cap="none" spc="0" normalizeH="0" baseline="0" noProof="0" dirty="0">
                <a:ln>
                  <a:noFill/>
                </a:ln>
                <a:solidFill>
                  <a:schemeClr val="bg1"/>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solidFill>
                <a:schemeClr val="bg1"/>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b="0" i="0" dirty="0">
              <a:solidFill>
                <a:schemeClr val="bg1"/>
              </a:solidFill>
              <a:effectLst/>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bg1"/>
                </a:solidFill>
                <a:latin typeface="Calibri" panose="020F0502020204030204"/>
              </a:rPr>
              <a:t>              </a:t>
            </a:r>
            <a:r>
              <a:rPr lang="en-US" sz="2400" b="0" i="0" dirty="0">
                <a:solidFill>
                  <a:schemeClr val="bg1"/>
                </a:solidFill>
                <a:effectLst/>
                <a:latin typeface="EB Garamond" panose="00000500000000000000" pitchFamily="2" charset="0"/>
              </a:rPr>
              <a:t>SVD is used as a collaborative filtering technique. It uses a matrix structure where each row represents a user, and each column represents an item. The elements of this matrix are the ratings that are given to items by users.</a:t>
            </a:r>
            <a:endParaRPr kumimoji="0" lang="en-IN" sz="2400" b="0" i="0" u="sng"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1026" name="Picture 2" descr="A Beginner's Guide to Singular Value Decomposition (SVD) | by Mukundh  Murthy | Medium">
            <a:extLst>
              <a:ext uri="{FF2B5EF4-FFF2-40B4-BE49-F238E27FC236}">
                <a16:creationId xmlns:a16="http://schemas.microsoft.com/office/drawing/2014/main" id="{E5E3C86B-98B2-1118-1BE7-EE8A12B110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589" y="3905240"/>
            <a:ext cx="4778188" cy="2789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71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88296" y="86061"/>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sz="4400" dirty="0">
                <a:solidFill>
                  <a:srgbClr val="FF0000"/>
                </a:solidFill>
                <a:latin typeface="Calibri" panose="020F0502020204030204"/>
              </a:rPr>
              <a:t>    </a:t>
            </a:r>
            <a:r>
              <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rPr>
              <a:t>General Task Involved</a:t>
            </a:r>
          </a:p>
        </p:txBody>
      </p:sp>
      <p:pic>
        <p:nvPicPr>
          <p:cNvPr id="9" name="Picture 8">
            <a:extLst>
              <a:ext uri="{FF2B5EF4-FFF2-40B4-BE49-F238E27FC236}">
                <a16:creationId xmlns:a16="http://schemas.microsoft.com/office/drawing/2014/main" id="{4312AE69-E5F2-4F60-C92E-B19B47910602}"/>
              </a:ext>
            </a:extLst>
          </p:cNvPr>
          <p:cNvPicPr>
            <a:picLocks noChangeAspect="1"/>
          </p:cNvPicPr>
          <p:nvPr/>
        </p:nvPicPr>
        <p:blipFill rotWithShape="1">
          <a:blip r:embed="rId2"/>
          <a:srcRect t="2139"/>
          <a:stretch/>
        </p:blipFill>
        <p:spPr>
          <a:xfrm>
            <a:off x="3003177" y="855502"/>
            <a:ext cx="5262282" cy="6002498"/>
          </a:xfrm>
          <a:prstGeom prst="rect">
            <a:avLst/>
          </a:prstGeom>
        </p:spPr>
      </p:pic>
    </p:spTree>
    <p:extLst>
      <p:ext uri="{BB962C8B-B14F-4D97-AF65-F5344CB8AC3E}">
        <p14:creationId xmlns:p14="http://schemas.microsoft.com/office/powerpoint/2010/main" val="2181965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88296" y="86061"/>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sz="4400" u="sng" dirty="0">
                <a:solidFill>
                  <a:srgbClr val="FF0000"/>
                </a:solidFill>
                <a:latin typeface="Calibri" panose="020F0502020204030204"/>
              </a:rPr>
              <a:t>Machine Learning Model</a:t>
            </a:r>
            <a:r>
              <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rPr>
              <a:t> Process</a:t>
            </a:r>
          </a:p>
        </p:txBody>
      </p:sp>
      <p:pic>
        <p:nvPicPr>
          <p:cNvPr id="2" name="Picture 1">
            <a:extLst>
              <a:ext uri="{FF2B5EF4-FFF2-40B4-BE49-F238E27FC236}">
                <a16:creationId xmlns:a16="http://schemas.microsoft.com/office/drawing/2014/main" id="{C77F684B-2200-5161-9176-9022F238EACC}"/>
              </a:ext>
            </a:extLst>
          </p:cNvPr>
          <p:cNvPicPr>
            <a:picLocks noChangeAspect="1"/>
          </p:cNvPicPr>
          <p:nvPr/>
        </p:nvPicPr>
        <p:blipFill>
          <a:blip r:embed="rId2"/>
          <a:stretch>
            <a:fillRect/>
          </a:stretch>
        </p:blipFill>
        <p:spPr>
          <a:xfrm>
            <a:off x="4150658" y="957026"/>
            <a:ext cx="3137647" cy="5870070"/>
          </a:xfrm>
          <a:prstGeom prst="rect">
            <a:avLst/>
          </a:prstGeom>
        </p:spPr>
      </p:pic>
    </p:spTree>
    <p:extLst>
      <p:ext uri="{BB962C8B-B14F-4D97-AF65-F5344CB8AC3E}">
        <p14:creationId xmlns:p14="http://schemas.microsoft.com/office/powerpoint/2010/main" val="2944594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7975-C38F-AAC1-0780-3DCAB3E73026}"/>
              </a:ext>
            </a:extLst>
          </p:cNvPr>
          <p:cNvSpPr>
            <a:spLocks noGrp="1"/>
          </p:cNvSpPr>
          <p:nvPr>
            <p:ph type="title"/>
          </p:nvPr>
        </p:nvSpPr>
        <p:spPr>
          <a:xfrm>
            <a:off x="832104" y="3009900"/>
            <a:ext cx="7781544" cy="904875"/>
          </a:xfrm>
        </p:spPr>
        <p:txBody>
          <a:bodyPr>
            <a:normAutofit fontScale="90000"/>
          </a:bodyPr>
          <a:lstStyle/>
          <a:p>
            <a:r>
              <a:rPr lang="en-IN" dirty="0"/>
              <a:t>  </a:t>
            </a:r>
            <a:r>
              <a:rPr lang="en-IN" sz="8800" dirty="0"/>
              <a:t>RESULTS</a:t>
            </a:r>
          </a:p>
        </p:txBody>
      </p:sp>
      <p:sp>
        <p:nvSpPr>
          <p:cNvPr id="4" name="Slide Number Placeholder 3">
            <a:extLst>
              <a:ext uri="{FF2B5EF4-FFF2-40B4-BE49-F238E27FC236}">
                <a16:creationId xmlns:a16="http://schemas.microsoft.com/office/drawing/2014/main" id="{46283EEF-3F20-0AEB-7FAF-0C19709D87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Tree>
    <p:extLst>
      <p:ext uri="{BB962C8B-B14F-4D97-AF65-F5344CB8AC3E}">
        <p14:creationId xmlns:p14="http://schemas.microsoft.com/office/powerpoint/2010/main" val="25764715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88296" y="77096"/>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sz="4400" u="sng" dirty="0">
                <a:solidFill>
                  <a:srgbClr val="FF0000"/>
                </a:solidFill>
                <a:latin typeface="Calibri" panose="020F0502020204030204"/>
              </a:rPr>
              <a:t>Selecting Movie Name Using Data List</a:t>
            </a:r>
            <a:endPar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D48791E-D985-9C20-B835-C979FF2DE1FF}"/>
              </a:ext>
            </a:extLst>
          </p:cNvPr>
          <p:cNvPicPr>
            <a:picLocks noChangeAspect="1"/>
          </p:cNvPicPr>
          <p:nvPr/>
        </p:nvPicPr>
        <p:blipFill>
          <a:blip r:embed="rId2"/>
          <a:stretch>
            <a:fillRect/>
          </a:stretch>
        </p:blipFill>
        <p:spPr>
          <a:xfrm>
            <a:off x="1653346" y="838540"/>
            <a:ext cx="8270583" cy="6019460"/>
          </a:xfrm>
          <a:prstGeom prst="rect">
            <a:avLst/>
          </a:prstGeom>
        </p:spPr>
      </p:pic>
    </p:spTree>
    <p:extLst>
      <p:ext uri="{BB962C8B-B14F-4D97-AF65-F5344CB8AC3E}">
        <p14:creationId xmlns:p14="http://schemas.microsoft.com/office/powerpoint/2010/main" val="565472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88296" y="77096"/>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rPr>
              <a:t>Saving Output movie data in csv file</a:t>
            </a:r>
          </a:p>
        </p:txBody>
      </p:sp>
      <p:pic>
        <p:nvPicPr>
          <p:cNvPr id="5" name="Picture 4">
            <a:extLst>
              <a:ext uri="{FF2B5EF4-FFF2-40B4-BE49-F238E27FC236}">
                <a16:creationId xmlns:a16="http://schemas.microsoft.com/office/drawing/2014/main" id="{4D5FADF8-1939-2B80-A870-D45D40DEE995}"/>
              </a:ext>
            </a:extLst>
          </p:cNvPr>
          <p:cNvPicPr>
            <a:picLocks noChangeAspect="1"/>
          </p:cNvPicPr>
          <p:nvPr/>
        </p:nvPicPr>
        <p:blipFill>
          <a:blip r:embed="rId2"/>
          <a:stretch>
            <a:fillRect/>
          </a:stretch>
        </p:blipFill>
        <p:spPr>
          <a:xfrm>
            <a:off x="2346185" y="1600041"/>
            <a:ext cx="6936361" cy="4469065"/>
          </a:xfrm>
          <a:prstGeom prst="rect">
            <a:avLst/>
          </a:prstGeom>
        </p:spPr>
      </p:pic>
    </p:spTree>
    <p:extLst>
      <p:ext uri="{BB962C8B-B14F-4D97-AF65-F5344CB8AC3E}">
        <p14:creationId xmlns:p14="http://schemas.microsoft.com/office/powerpoint/2010/main" val="752951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318A16-8A91-05E9-8D97-063C40D32665}"/>
              </a:ext>
            </a:extLst>
          </p:cNvPr>
          <p:cNvSpPr txBox="1"/>
          <p:nvPr/>
        </p:nvSpPr>
        <p:spPr>
          <a:xfrm>
            <a:off x="788296" y="77096"/>
            <a:ext cx="988807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sz="4400" u="sng" dirty="0">
                <a:solidFill>
                  <a:srgbClr val="FF0000"/>
                </a:solidFill>
                <a:latin typeface="Calibri" panose="020F0502020204030204"/>
              </a:rPr>
              <a:t>Displaying Movie Data in Webpage</a:t>
            </a:r>
            <a:endParaRPr kumimoji="0" lang="en-IN" sz="4400" b="0" i="0" u="sng" strike="noStrike" kern="1200" cap="none" spc="0" normalizeH="0" baseline="0" noProof="0" dirty="0">
              <a:ln>
                <a:noFill/>
              </a:ln>
              <a:solidFill>
                <a:srgbClr val="FF0000"/>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6BF23CDC-467C-0D99-435D-969DF003703D}"/>
              </a:ext>
            </a:extLst>
          </p:cNvPr>
          <p:cNvPicPr>
            <a:picLocks noChangeAspect="1"/>
          </p:cNvPicPr>
          <p:nvPr/>
        </p:nvPicPr>
        <p:blipFill>
          <a:blip r:embed="rId2"/>
          <a:stretch>
            <a:fillRect/>
          </a:stretch>
        </p:blipFill>
        <p:spPr>
          <a:xfrm>
            <a:off x="2106706" y="1097801"/>
            <a:ext cx="7198659" cy="5571950"/>
          </a:xfrm>
          <a:prstGeom prst="rect">
            <a:avLst/>
          </a:prstGeom>
        </p:spPr>
      </p:pic>
    </p:spTree>
    <p:extLst>
      <p:ext uri="{BB962C8B-B14F-4D97-AF65-F5344CB8AC3E}">
        <p14:creationId xmlns:p14="http://schemas.microsoft.com/office/powerpoint/2010/main" val="2529747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7975-C38F-AAC1-0780-3DCAB3E73026}"/>
              </a:ext>
            </a:extLst>
          </p:cNvPr>
          <p:cNvSpPr>
            <a:spLocks noGrp="1"/>
          </p:cNvSpPr>
          <p:nvPr>
            <p:ph type="title"/>
          </p:nvPr>
        </p:nvSpPr>
        <p:spPr>
          <a:xfrm>
            <a:off x="832104" y="3009900"/>
            <a:ext cx="7781544" cy="904875"/>
          </a:xfrm>
        </p:spPr>
        <p:txBody>
          <a:bodyPr>
            <a:normAutofit/>
          </a:bodyPr>
          <a:lstStyle/>
          <a:p>
            <a:r>
              <a:rPr lang="en-IN" dirty="0"/>
              <a:t>  CONCLUSION</a:t>
            </a:r>
            <a:endParaRPr lang="en-IN" sz="6700" dirty="0"/>
          </a:p>
        </p:txBody>
      </p:sp>
      <p:sp>
        <p:nvSpPr>
          <p:cNvPr id="4" name="Slide Number Placeholder 3">
            <a:extLst>
              <a:ext uri="{FF2B5EF4-FFF2-40B4-BE49-F238E27FC236}">
                <a16:creationId xmlns:a16="http://schemas.microsoft.com/office/drawing/2014/main" id="{46283EEF-3F20-0AEB-7FAF-0C19709D87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Tree>
    <p:extLst>
      <p:ext uri="{BB962C8B-B14F-4D97-AF65-F5344CB8AC3E}">
        <p14:creationId xmlns:p14="http://schemas.microsoft.com/office/powerpoint/2010/main" val="2515022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7975-C38F-AAC1-0780-3DCAB3E73026}"/>
              </a:ext>
            </a:extLst>
          </p:cNvPr>
          <p:cNvSpPr>
            <a:spLocks noGrp="1"/>
          </p:cNvSpPr>
          <p:nvPr>
            <p:ph type="title"/>
          </p:nvPr>
        </p:nvSpPr>
        <p:spPr>
          <a:xfrm>
            <a:off x="493059" y="932329"/>
            <a:ext cx="8120589" cy="4688542"/>
          </a:xfrm>
        </p:spPr>
        <p:txBody>
          <a:bodyPr>
            <a:noAutofit/>
          </a:bodyPr>
          <a:lstStyle/>
          <a:p>
            <a:r>
              <a:rPr lang="en-IN" sz="3600" dirty="0"/>
              <a:t>   </a:t>
            </a:r>
            <a:br>
              <a:rPr lang="en-IN" sz="3600" dirty="0"/>
            </a:br>
            <a:br>
              <a:rPr lang="en-IN" sz="3600" dirty="0"/>
            </a:br>
            <a:r>
              <a:rPr lang="en-IN" sz="3600" dirty="0"/>
              <a:t>      Users can use this website to get the movies names which are similar to their favourite movie.</a:t>
            </a:r>
            <a:br>
              <a:rPr lang="en-IN" sz="3600" dirty="0"/>
            </a:br>
            <a:br>
              <a:rPr lang="en-IN" sz="3600" dirty="0"/>
            </a:br>
            <a:r>
              <a:rPr lang="en-IN" sz="3600" dirty="0"/>
              <a:t>     It is easy to use interface  just need to select movie name and enter movie count and click filter button </a:t>
            </a:r>
          </a:p>
        </p:txBody>
      </p:sp>
      <p:sp>
        <p:nvSpPr>
          <p:cNvPr id="4" name="Slide Number Placeholder 3">
            <a:extLst>
              <a:ext uri="{FF2B5EF4-FFF2-40B4-BE49-F238E27FC236}">
                <a16:creationId xmlns:a16="http://schemas.microsoft.com/office/drawing/2014/main" id="{46283EEF-3F20-0AEB-7FAF-0C19709D87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Tree>
    <p:extLst>
      <p:ext uri="{BB962C8B-B14F-4D97-AF65-F5344CB8AC3E}">
        <p14:creationId xmlns:p14="http://schemas.microsoft.com/office/powerpoint/2010/main" val="4260828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7975-C38F-AAC1-0780-3DCAB3E73026}"/>
              </a:ext>
            </a:extLst>
          </p:cNvPr>
          <p:cNvSpPr>
            <a:spLocks noGrp="1"/>
          </p:cNvSpPr>
          <p:nvPr>
            <p:ph type="title"/>
          </p:nvPr>
        </p:nvSpPr>
        <p:spPr>
          <a:xfrm>
            <a:off x="832104" y="3009900"/>
            <a:ext cx="7781544" cy="904875"/>
          </a:xfrm>
        </p:spPr>
        <p:txBody>
          <a:bodyPr>
            <a:normAutofit/>
          </a:bodyPr>
          <a:lstStyle/>
          <a:p>
            <a:r>
              <a:rPr lang="en-IN" dirty="0"/>
              <a:t>  FUTURE SCOPE</a:t>
            </a:r>
            <a:endParaRPr lang="en-IN" sz="6700" dirty="0"/>
          </a:p>
        </p:txBody>
      </p:sp>
      <p:sp>
        <p:nvSpPr>
          <p:cNvPr id="4" name="Slide Number Placeholder 3">
            <a:extLst>
              <a:ext uri="{FF2B5EF4-FFF2-40B4-BE49-F238E27FC236}">
                <a16:creationId xmlns:a16="http://schemas.microsoft.com/office/drawing/2014/main" id="{46283EEF-3F20-0AEB-7FAF-0C19709D87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Tree>
    <p:extLst>
      <p:ext uri="{BB962C8B-B14F-4D97-AF65-F5344CB8AC3E}">
        <p14:creationId xmlns:p14="http://schemas.microsoft.com/office/powerpoint/2010/main" val="3842301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7975-C38F-AAC1-0780-3DCAB3E73026}"/>
              </a:ext>
            </a:extLst>
          </p:cNvPr>
          <p:cNvSpPr>
            <a:spLocks noGrp="1"/>
          </p:cNvSpPr>
          <p:nvPr>
            <p:ph type="title"/>
          </p:nvPr>
        </p:nvSpPr>
        <p:spPr>
          <a:xfrm>
            <a:off x="493059" y="1152525"/>
            <a:ext cx="10596282" cy="4029075"/>
          </a:xfrm>
        </p:spPr>
        <p:txBody>
          <a:bodyPr>
            <a:noAutofit/>
          </a:bodyPr>
          <a:lstStyle/>
          <a:p>
            <a:r>
              <a:rPr lang="en-IN" sz="3600" dirty="0"/>
              <a:t>    This model can be integrated to any movie streaming platforms like </a:t>
            </a:r>
            <a:r>
              <a:rPr lang="en-IN" sz="3600" dirty="0" err="1"/>
              <a:t>Hotstar</a:t>
            </a:r>
            <a:r>
              <a:rPr lang="en-IN" sz="3600" dirty="0"/>
              <a:t> , prime video to recommend films based on user watch history.</a:t>
            </a:r>
            <a:br>
              <a:rPr lang="en-IN" sz="3600" dirty="0"/>
            </a:br>
            <a:br>
              <a:rPr lang="en-IN" sz="3600" dirty="0"/>
            </a:br>
            <a:r>
              <a:rPr lang="en-IN" sz="3600" dirty="0"/>
              <a:t>    With increase in movie data and ratings the model will get </a:t>
            </a:r>
            <a:r>
              <a:rPr lang="en-IN" sz="3600"/>
              <a:t>more accurate.</a:t>
            </a:r>
            <a:endParaRPr lang="en-IN" sz="3600" dirty="0"/>
          </a:p>
        </p:txBody>
      </p:sp>
      <p:sp>
        <p:nvSpPr>
          <p:cNvPr id="4" name="Slide Number Placeholder 3">
            <a:extLst>
              <a:ext uri="{FF2B5EF4-FFF2-40B4-BE49-F238E27FC236}">
                <a16:creationId xmlns:a16="http://schemas.microsoft.com/office/drawing/2014/main" id="{46283EEF-3F20-0AEB-7FAF-0C19709D87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Tree>
    <p:extLst>
      <p:ext uri="{BB962C8B-B14F-4D97-AF65-F5344CB8AC3E}">
        <p14:creationId xmlns:p14="http://schemas.microsoft.com/office/powerpoint/2010/main" val="19686755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7975-C38F-AAC1-0780-3DCAB3E73026}"/>
              </a:ext>
            </a:extLst>
          </p:cNvPr>
          <p:cNvSpPr>
            <a:spLocks noGrp="1"/>
          </p:cNvSpPr>
          <p:nvPr>
            <p:ph type="title"/>
          </p:nvPr>
        </p:nvSpPr>
        <p:spPr>
          <a:xfrm>
            <a:off x="832104" y="3009900"/>
            <a:ext cx="7781544" cy="904875"/>
          </a:xfrm>
        </p:spPr>
        <p:txBody>
          <a:bodyPr>
            <a:normAutofit/>
          </a:bodyPr>
          <a:lstStyle/>
          <a:p>
            <a:r>
              <a:rPr lang="en-IN" dirty="0"/>
              <a:t>  REFERENCES</a:t>
            </a:r>
            <a:endParaRPr lang="en-IN" sz="6700" dirty="0"/>
          </a:p>
        </p:txBody>
      </p:sp>
      <p:sp>
        <p:nvSpPr>
          <p:cNvPr id="4" name="Slide Number Placeholder 3">
            <a:extLst>
              <a:ext uri="{FF2B5EF4-FFF2-40B4-BE49-F238E27FC236}">
                <a16:creationId xmlns:a16="http://schemas.microsoft.com/office/drawing/2014/main" id="{46283EEF-3F20-0AEB-7FAF-0C19709D87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Tree>
    <p:extLst>
      <p:ext uri="{BB962C8B-B14F-4D97-AF65-F5344CB8AC3E}">
        <p14:creationId xmlns:p14="http://schemas.microsoft.com/office/powerpoint/2010/main" val="8017289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283EEF-3F20-0AEB-7FAF-0C19709D87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6" name="TextBox 5">
            <a:extLst>
              <a:ext uri="{FF2B5EF4-FFF2-40B4-BE49-F238E27FC236}">
                <a16:creationId xmlns:a16="http://schemas.microsoft.com/office/drawing/2014/main" id="{1DB53325-E93A-936B-6EA0-EA5E509132EE}"/>
              </a:ext>
            </a:extLst>
          </p:cNvPr>
          <p:cNvSpPr txBox="1"/>
          <p:nvPr/>
        </p:nvSpPr>
        <p:spPr>
          <a:xfrm>
            <a:off x="647700" y="828675"/>
            <a:ext cx="9867900" cy="5632311"/>
          </a:xfrm>
          <a:prstGeom prst="rect">
            <a:avLst/>
          </a:prstGeom>
          <a:noFill/>
        </p:spPr>
        <p:txBody>
          <a:bodyPr wrap="square" rtlCol="0">
            <a:spAutoFit/>
          </a:bodyPr>
          <a:lstStyle/>
          <a:p>
            <a:r>
              <a:rPr lang="en-US" b="0" i="0" dirty="0">
                <a:solidFill>
                  <a:srgbClr val="222222"/>
                </a:solidFill>
                <a:effectLst/>
                <a:latin typeface="Arial" panose="020B0604020202020204" pitchFamily="34" charset="0"/>
              </a:rPr>
              <a:t>[1] Furtado, F., and A. Singh. "Movie recommendation system using machine learning." </a:t>
            </a:r>
            <a:r>
              <a:rPr lang="en-US" b="0" i="1" dirty="0">
                <a:solidFill>
                  <a:srgbClr val="222222"/>
                </a:solidFill>
                <a:effectLst/>
                <a:latin typeface="Arial" panose="020B0604020202020204" pitchFamily="34" charset="0"/>
              </a:rPr>
              <a:t>International journal of research in industrial engineering</a:t>
            </a:r>
            <a:r>
              <a:rPr lang="en-US" b="0" i="0" dirty="0">
                <a:solidFill>
                  <a:srgbClr val="222222"/>
                </a:solidFill>
                <a:effectLst/>
                <a:latin typeface="Arial" panose="020B0604020202020204" pitchFamily="34" charset="0"/>
              </a:rPr>
              <a:t> 9.1 (2020): 84-98.</a:t>
            </a:r>
          </a:p>
          <a:p>
            <a:endParaRPr lang="en-US" dirty="0">
              <a:solidFill>
                <a:srgbClr val="222222"/>
              </a:solidFill>
              <a:latin typeface="Arial" panose="020B0604020202020204" pitchFamily="34" charset="0"/>
            </a:endParaRPr>
          </a:p>
          <a:p>
            <a:r>
              <a:rPr lang="en-US" dirty="0">
                <a:solidFill>
                  <a:srgbClr val="222222"/>
                </a:solidFill>
                <a:latin typeface="Arial" panose="020B0604020202020204" pitchFamily="34" charset="0"/>
              </a:rPr>
              <a:t>[2] </a:t>
            </a:r>
            <a:r>
              <a:rPr lang="en-US" b="0" i="0" dirty="0">
                <a:solidFill>
                  <a:srgbClr val="222222"/>
                </a:solidFill>
                <a:effectLst/>
                <a:latin typeface="Arial" panose="020B0604020202020204" pitchFamily="34" charset="0"/>
              </a:rPr>
              <a:t>Smitha, N., et al. "A Review on Movie Recommendation System Using Machine Learning." </a:t>
            </a:r>
            <a:r>
              <a:rPr lang="en-US" b="0" i="1" dirty="0">
                <a:solidFill>
                  <a:srgbClr val="222222"/>
                </a:solidFill>
                <a:effectLst/>
                <a:latin typeface="Arial" panose="020B0604020202020204" pitchFamily="34" charset="0"/>
              </a:rPr>
              <a:t>2021 Third International Conference on Intelligent Communication Technologies and Virtual Mobile Networks (ICICV)</a:t>
            </a:r>
            <a:r>
              <a:rPr lang="en-US" b="0" i="0" dirty="0">
                <a:solidFill>
                  <a:srgbClr val="222222"/>
                </a:solidFill>
                <a:effectLst/>
                <a:latin typeface="Arial" panose="020B0604020202020204" pitchFamily="34" charset="0"/>
              </a:rPr>
              <a:t>. IEEE, 2021.</a:t>
            </a:r>
          </a:p>
          <a:p>
            <a:endParaRPr lang="en-US" dirty="0">
              <a:solidFill>
                <a:srgbClr val="222222"/>
              </a:solidFill>
              <a:latin typeface="Arial" panose="020B0604020202020204" pitchFamily="34" charset="0"/>
            </a:endParaRPr>
          </a:p>
          <a:p>
            <a:r>
              <a:rPr lang="en-US" dirty="0">
                <a:solidFill>
                  <a:srgbClr val="222222"/>
                </a:solidFill>
                <a:latin typeface="Arial" panose="020B0604020202020204" pitchFamily="34" charset="0"/>
              </a:rPr>
              <a:t>[3] </a:t>
            </a:r>
            <a:r>
              <a:rPr lang="en-IN" b="0" i="0" dirty="0" err="1">
                <a:solidFill>
                  <a:srgbClr val="222222"/>
                </a:solidFill>
                <a:effectLst/>
                <a:latin typeface="Arial" panose="020B0604020202020204" pitchFamily="34" charset="0"/>
              </a:rPr>
              <a:t>Surendran</a:t>
            </a:r>
            <a:r>
              <a:rPr lang="en-IN" b="0" i="0" dirty="0">
                <a:solidFill>
                  <a:srgbClr val="222222"/>
                </a:solidFill>
                <a:effectLst/>
                <a:latin typeface="Arial" panose="020B0604020202020204" pitchFamily="34" charset="0"/>
              </a:rPr>
              <a:t>, </a:t>
            </a:r>
            <a:r>
              <a:rPr lang="en-IN" b="0" i="0" dirty="0" err="1">
                <a:solidFill>
                  <a:srgbClr val="222222"/>
                </a:solidFill>
                <a:effectLst/>
                <a:latin typeface="Arial" panose="020B0604020202020204" pitchFamily="34" charset="0"/>
              </a:rPr>
              <a:t>Akansh</a:t>
            </a:r>
            <a:r>
              <a:rPr lang="en-IN" b="0" i="0" dirty="0">
                <a:solidFill>
                  <a:srgbClr val="222222"/>
                </a:solidFill>
                <a:effectLst/>
                <a:latin typeface="Arial" panose="020B0604020202020204" pitchFamily="34" charset="0"/>
              </a:rPr>
              <a:t>, Aditya Kumar Yadav, and Aditya Kumar. "Movie recommendation system using machine learning algorithms." </a:t>
            </a:r>
            <a:r>
              <a:rPr lang="en-IN" b="0" i="1" dirty="0">
                <a:solidFill>
                  <a:srgbClr val="222222"/>
                </a:solidFill>
                <a:effectLst/>
                <a:latin typeface="Arial" panose="020B0604020202020204" pitchFamily="34" charset="0"/>
              </a:rPr>
              <a:t>Int Res J </a:t>
            </a:r>
            <a:r>
              <a:rPr lang="en-IN" b="0" i="1" dirty="0" err="1">
                <a:solidFill>
                  <a:srgbClr val="222222"/>
                </a:solidFill>
                <a:effectLst/>
                <a:latin typeface="Arial" panose="020B0604020202020204" pitchFamily="34" charset="0"/>
              </a:rPr>
              <a:t>Eng</a:t>
            </a:r>
            <a:r>
              <a:rPr lang="en-IN" b="0" i="1" dirty="0">
                <a:solidFill>
                  <a:srgbClr val="222222"/>
                </a:solidFill>
                <a:effectLst/>
                <a:latin typeface="Arial" panose="020B0604020202020204" pitchFamily="34" charset="0"/>
              </a:rPr>
              <a:t> </a:t>
            </a:r>
            <a:r>
              <a:rPr lang="en-IN" b="0" i="1" dirty="0" err="1">
                <a:solidFill>
                  <a:srgbClr val="222222"/>
                </a:solidFill>
                <a:effectLst/>
                <a:latin typeface="Arial" panose="020B0604020202020204" pitchFamily="34" charset="0"/>
              </a:rPr>
              <a:t>Technol</a:t>
            </a:r>
            <a:r>
              <a:rPr lang="en-IN" b="0" i="0" dirty="0">
                <a:solidFill>
                  <a:srgbClr val="222222"/>
                </a:solidFill>
                <a:effectLst/>
                <a:latin typeface="Arial" panose="020B0604020202020204" pitchFamily="34" charset="0"/>
              </a:rPr>
              <a:t> (2020).</a:t>
            </a:r>
          </a:p>
          <a:p>
            <a:endParaRPr lang="en-IN" dirty="0">
              <a:solidFill>
                <a:srgbClr val="222222"/>
              </a:solidFill>
              <a:latin typeface="Arial" panose="020B0604020202020204" pitchFamily="34" charset="0"/>
            </a:endParaRPr>
          </a:p>
          <a:p>
            <a:r>
              <a:rPr lang="en-IN" dirty="0">
                <a:solidFill>
                  <a:srgbClr val="222222"/>
                </a:solidFill>
                <a:latin typeface="Arial" panose="020B0604020202020204" pitchFamily="34" charset="0"/>
              </a:rPr>
              <a:t>[4]</a:t>
            </a:r>
            <a:r>
              <a:rPr lang="en-IN" b="0" i="0" dirty="0">
                <a:solidFill>
                  <a:srgbClr val="222222"/>
                </a:solidFill>
                <a:effectLst/>
                <a:latin typeface="Arial" panose="020B0604020202020204" pitchFamily="34" charset="0"/>
              </a:rPr>
              <a:t> Purnomo, Johan </a:t>
            </a:r>
            <a:r>
              <a:rPr lang="en-IN" b="0" i="0" dirty="0" err="1">
                <a:solidFill>
                  <a:srgbClr val="222222"/>
                </a:solidFill>
                <a:effectLst/>
                <a:latin typeface="Arial" panose="020B0604020202020204" pitchFamily="34" charset="0"/>
              </a:rPr>
              <a:t>Eko</a:t>
            </a:r>
            <a:r>
              <a:rPr lang="en-IN" b="0" i="0" dirty="0">
                <a:solidFill>
                  <a:srgbClr val="222222"/>
                </a:solidFill>
                <a:effectLst/>
                <a:latin typeface="Arial" panose="020B0604020202020204" pitchFamily="34" charset="0"/>
              </a:rPr>
              <a:t>, and </a:t>
            </a:r>
            <a:r>
              <a:rPr lang="en-IN" b="0" i="0" dirty="0" err="1">
                <a:solidFill>
                  <a:srgbClr val="222222"/>
                </a:solidFill>
                <a:effectLst/>
                <a:latin typeface="Arial" panose="020B0604020202020204" pitchFamily="34" charset="0"/>
              </a:rPr>
              <a:t>Sukmawati</a:t>
            </a:r>
            <a:r>
              <a:rPr lang="en-IN" b="0" i="0" dirty="0">
                <a:solidFill>
                  <a:srgbClr val="222222"/>
                </a:solidFill>
                <a:effectLst/>
                <a:latin typeface="Arial" panose="020B0604020202020204" pitchFamily="34" charset="0"/>
              </a:rPr>
              <a:t> Nur </a:t>
            </a:r>
            <a:r>
              <a:rPr lang="en-IN" b="0" i="0" dirty="0" err="1">
                <a:solidFill>
                  <a:srgbClr val="222222"/>
                </a:solidFill>
                <a:effectLst/>
                <a:latin typeface="Arial" panose="020B0604020202020204" pitchFamily="34" charset="0"/>
              </a:rPr>
              <a:t>Endah</a:t>
            </a:r>
            <a:r>
              <a:rPr lang="en-IN" b="0" i="0" dirty="0">
                <a:solidFill>
                  <a:srgbClr val="222222"/>
                </a:solidFill>
                <a:effectLst/>
                <a:latin typeface="Arial" panose="020B0604020202020204" pitchFamily="34" charset="0"/>
              </a:rPr>
              <a:t>. "Rating prediction on movie recommendation system: collaborative filtering algorithm (CFA) vs. </a:t>
            </a:r>
            <a:r>
              <a:rPr lang="en-IN" b="0" i="0" dirty="0" err="1">
                <a:solidFill>
                  <a:srgbClr val="222222"/>
                </a:solidFill>
                <a:effectLst/>
                <a:latin typeface="Arial" panose="020B0604020202020204" pitchFamily="34" charset="0"/>
              </a:rPr>
              <a:t>dissymetrical</a:t>
            </a:r>
            <a:r>
              <a:rPr lang="en-IN" b="0" i="0" dirty="0">
                <a:solidFill>
                  <a:srgbClr val="222222"/>
                </a:solidFill>
                <a:effectLst/>
                <a:latin typeface="Arial" panose="020B0604020202020204" pitchFamily="34" charset="0"/>
              </a:rPr>
              <a:t> percentage collaborative filtering algorithm (DSPCFA)." </a:t>
            </a:r>
            <a:r>
              <a:rPr lang="en-IN" b="0" i="1" dirty="0">
                <a:solidFill>
                  <a:srgbClr val="222222"/>
                </a:solidFill>
                <a:effectLst/>
                <a:latin typeface="Arial" panose="020B0604020202020204" pitchFamily="34" charset="0"/>
              </a:rPr>
              <a:t>2019 3rd International Conference on Informatics and Computational Sciences (</a:t>
            </a:r>
            <a:r>
              <a:rPr lang="en-IN" b="0" i="1" dirty="0" err="1">
                <a:solidFill>
                  <a:srgbClr val="222222"/>
                </a:solidFill>
                <a:effectLst/>
                <a:latin typeface="Arial" panose="020B0604020202020204" pitchFamily="34" charset="0"/>
              </a:rPr>
              <a:t>ICICoS</a:t>
            </a:r>
            <a:r>
              <a:rPr lang="en-IN" b="0" i="1" dirty="0">
                <a:solidFill>
                  <a:srgbClr val="222222"/>
                </a:solidFill>
                <a:effectLst/>
                <a:latin typeface="Arial" panose="020B0604020202020204" pitchFamily="34" charset="0"/>
              </a:rPr>
              <a:t>)</a:t>
            </a:r>
            <a:r>
              <a:rPr lang="en-IN" b="0" i="0" dirty="0">
                <a:solidFill>
                  <a:srgbClr val="222222"/>
                </a:solidFill>
                <a:effectLst/>
                <a:latin typeface="Arial" panose="020B0604020202020204" pitchFamily="34" charset="0"/>
              </a:rPr>
              <a:t>. IEEE, 2019.</a:t>
            </a:r>
          </a:p>
          <a:p>
            <a:endParaRPr lang="en-IN" dirty="0">
              <a:solidFill>
                <a:srgbClr val="222222"/>
              </a:solidFill>
              <a:latin typeface="Arial" panose="020B0604020202020204" pitchFamily="34" charset="0"/>
            </a:endParaRPr>
          </a:p>
          <a:p>
            <a:r>
              <a:rPr lang="en-IN" dirty="0">
                <a:solidFill>
                  <a:srgbClr val="222222"/>
                </a:solidFill>
                <a:latin typeface="Arial" panose="020B0604020202020204" pitchFamily="34" charset="0"/>
              </a:rPr>
              <a:t>[5]</a:t>
            </a:r>
            <a:r>
              <a:rPr lang="en-IN" b="0" i="0" dirty="0">
                <a:solidFill>
                  <a:srgbClr val="222222"/>
                </a:solidFill>
                <a:effectLst/>
                <a:latin typeface="Arial" panose="020B0604020202020204" pitchFamily="34" charset="0"/>
              </a:rPr>
              <a:t> </a:t>
            </a:r>
            <a:r>
              <a:rPr lang="en-IN" b="0" i="0" dirty="0" err="1">
                <a:solidFill>
                  <a:srgbClr val="222222"/>
                </a:solidFill>
                <a:effectLst/>
                <a:latin typeface="Arial" panose="020B0604020202020204" pitchFamily="34" charset="0"/>
              </a:rPr>
              <a:t>Cintia</a:t>
            </a:r>
            <a:r>
              <a:rPr lang="en-IN" b="0" i="0" dirty="0">
                <a:solidFill>
                  <a:srgbClr val="222222"/>
                </a:solidFill>
                <a:effectLst/>
                <a:latin typeface="Arial" panose="020B0604020202020204" pitchFamily="34" charset="0"/>
              </a:rPr>
              <a:t> </a:t>
            </a:r>
            <a:r>
              <a:rPr lang="en-IN" b="0" i="0" dirty="0" err="1">
                <a:solidFill>
                  <a:srgbClr val="222222"/>
                </a:solidFill>
                <a:effectLst/>
                <a:latin typeface="Arial" panose="020B0604020202020204" pitchFamily="34" charset="0"/>
              </a:rPr>
              <a:t>Ganesha</a:t>
            </a:r>
            <a:r>
              <a:rPr lang="en-IN" b="0" i="0" dirty="0">
                <a:solidFill>
                  <a:srgbClr val="222222"/>
                </a:solidFill>
                <a:effectLst/>
                <a:latin typeface="Arial" panose="020B0604020202020204" pitchFamily="34" charset="0"/>
              </a:rPr>
              <a:t> Putri, Debby, </a:t>
            </a:r>
            <a:r>
              <a:rPr lang="en-IN" b="0" i="0" dirty="0" err="1">
                <a:solidFill>
                  <a:srgbClr val="222222"/>
                </a:solidFill>
                <a:effectLst/>
                <a:latin typeface="Arial" panose="020B0604020202020204" pitchFamily="34" charset="0"/>
              </a:rPr>
              <a:t>Jenq-Shiou</a:t>
            </a:r>
            <a:r>
              <a:rPr lang="en-IN" b="0" i="0" dirty="0">
                <a:solidFill>
                  <a:srgbClr val="222222"/>
                </a:solidFill>
                <a:effectLst/>
                <a:latin typeface="Arial" panose="020B0604020202020204" pitchFamily="34" charset="0"/>
              </a:rPr>
              <a:t> Leu, and Pavel Seda. "Design of an unsupervised machine learning-based movie recommender system." </a:t>
            </a:r>
            <a:r>
              <a:rPr lang="en-IN" b="0" i="1" dirty="0">
                <a:solidFill>
                  <a:srgbClr val="222222"/>
                </a:solidFill>
                <a:effectLst/>
                <a:latin typeface="Arial" panose="020B0604020202020204" pitchFamily="34" charset="0"/>
              </a:rPr>
              <a:t>Symmetry</a:t>
            </a:r>
            <a:r>
              <a:rPr lang="en-IN" b="0" i="0" dirty="0">
                <a:solidFill>
                  <a:srgbClr val="222222"/>
                </a:solidFill>
                <a:effectLst/>
                <a:latin typeface="Arial" panose="020B0604020202020204" pitchFamily="34" charset="0"/>
              </a:rPr>
              <a:t> 12.2 (2020): 185.</a:t>
            </a:r>
          </a:p>
          <a:p>
            <a:endParaRPr lang="en-IN" dirty="0">
              <a:solidFill>
                <a:srgbClr val="222222"/>
              </a:solidFill>
              <a:latin typeface="Arial" panose="020B0604020202020204" pitchFamily="34" charset="0"/>
            </a:endParaRPr>
          </a:p>
          <a:p>
            <a:r>
              <a:rPr lang="en-IN" dirty="0">
                <a:solidFill>
                  <a:srgbClr val="222222"/>
                </a:solidFill>
                <a:latin typeface="Arial" panose="020B0604020202020204" pitchFamily="34" charset="0"/>
              </a:rPr>
              <a:t>[6] </a:t>
            </a:r>
            <a:r>
              <a:rPr lang="en-US" b="0" i="0" dirty="0">
                <a:solidFill>
                  <a:srgbClr val="222222"/>
                </a:solidFill>
                <a:effectLst/>
                <a:latin typeface="Arial" panose="020B0604020202020204" pitchFamily="34" charset="0"/>
              </a:rPr>
              <a:t>Kashyap, Ashrita, et al. "A movie recommender system: MOVREC using machine learning techniques." </a:t>
            </a:r>
            <a:r>
              <a:rPr lang="en-US" b="0" i="1" dirty="0">
                <a:solidFill>
                  <a:srgbClr val="222222"/>
                </a:solidFill>
                <a:effectLst/>
                <a:latin typeface="Arial" panose="020B0604020202020204" pitchFamily="34" charset="0"/>
              </a:rPr>
              <a:t>International Journal of Engineering Science and Computing</a:t>
            </a:r>
            <a:r>
              <a:rPr lang="en-US" b="0" i="0" dirty="0">
                <a:solidFill>
                  <a:srgbClr val="222222"/>
                </a:solidFill>
                <a:effectLst/>
                <a:latin typeface="Arial" panose="020B0604020202020204" pitchFamily="34" charset="0"/>
              </a:rPr>
              <a:t> 10.6 (2020).</a:t>
            </a:r>
            <a:endParaRPr lang="en-IN" dirty="0"/>
          </a:p>
        </p:txBody>
      </p:sp>
    </p:spTree>
    <p:extLst>
      <p:ext uri="{BB962C8B-B14F-4D97-AF65-F5344CB8AC3E}">
        <p14:creationId xmlns:p14="http://schemas.microsoft.com/office/powerpoint/2010/main" val="8108802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7975-C38F-AAC1-0780-3DCAB3E73026}"/>
              </a:ext>
            </a:extLst>
          </p:cNvPr>
          <p:cNvSpPr>
            <a:spLocks noGrp="1"/>
          </p:cNvSpPr>
          <p:nvPr>
            <p:ph type="title"/>
          </p:nvPr>
        </p:nvSpPr>
        <p:spPr>
          <a:xfrm>
            <a:off x="832104" y="3009900"/>
            <a:ext cx="7781544" cy="904875"/>
          </a:xfrm>
        </p:spPr>
        <p:txBody>
          <a:bodyPr/>
          <a:lstStyle/>
          <a:p>
            <a:r>
              <a:rPr lang="en-IN" dirty="0"/>
              <a:t>PROJECT TIMELINE</a:t>
            </a:r>
          </a:p>
        </p:txBody>
      </p:sp>
      <p:sp>
        <p:nvSpPr>
          <p:cNvPr id="4" name="Slide Number Placeholder 3">
            <a:extLst>
              <a:ext uri="{FF2B5EF4-FFF2-40B4-BE49-F238E27FC236}">
                <a16:creationId xmlns:a16="http://schemas.microsoft.com/office/drawing/2014/main" id="{46283EEF-3F20-0AEB-7FAF-0C19709D87F2}"/>
              </a:ext>
            </a:extLst>
          </p:cNvPr>
          <p:cNvSpPr>
            <a:spLocks noGrp="1"/>
          </p:cNvSpPr>
          <p:nvPr>
            <p:ph type="sldNum" sz="quarter" idx="12"/>
          </p:nvPr>
        </p:nvSpPr>
        <p:spPr/>
        <p:txBody>
          <a:bodyPr/>
          <a:lstStyle/>
          <a:p>
            <a:fld id="{C263D6C4-4840-40CC-AC84-17E24B3B7BDE}" type="slidenum">
              <a:rPr lang="en-US" noProof="0" smtClean="0"/>
              <a:pPr/>
              <a:t>51</a:t>
            </a:fld>
            <a:endParaRPr lang="en-US" noProof="0" dirty="0"/>
          </a:p>
        </p:txBody>
      </p:sp>
    </p:spTree>
    <p:extLst>
      <p:ext uri="{BB962C8B-B14F-4D97-AF65-F5344CB8AC3E}">
        <p14:creationId xmlns:p14="http://schemas.microsoft.com/office/powerpoint/2010/main" val="27607793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Content Placeholder 3" descr="SmartArt timeline">
            <a:extLst>
              <a:ext uri="{FF2B5EF4-FFF2-40B4-BE49-F238E27FC236}">
                <a16:creationId xmlns:a16="http://schemas.microsoft.com/office/drawing/2014/main" id="{4424901C-24B0-4C46-B815-EB0C38D74251}"/>
              </a:ext>
            </a:extLst>
          </p:cNvPr>
          <p:cNvGraphicFramePr>
            <a:graphicFrameLocks noGrp="1"/>
          </p:cNvGraphicFramePr>
          <p:nvPr>
            <p:ph idx="1"/>
            <p:extLst>
              <p:ext uri="{D42A27DB-BD31-4B8C-83A1-F6EECF244321}">
                <p14:modId xmlns:p14="http://schemas.microsoft.com/office/powerpoint/2010/main" val="3141018576"/>
              </p:ext>
            </p:extLst>
          </p:nvPr>
        </p:nvGraphicFramePr>
        <p:xfrm>
          <a:off x="525463" y="381000"/>
          <a:ext cx="10948612" cy="62618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555D402B-46F1-4898-96ED-1C931E61FE24}"/>
              </a:ext>
            </a:extLst>
          </p:cNvPr>
          <p:cNvSpPr txBox="1"/>
          <p:nvPr/>
        </p:nvSpPr>
        <p:spPr>
          <a:xfrm>
            <a:off x="935039" y="3511949"/>
            <a:ext cx="1826492" cy="307777"/>
          </a:xfrm>
          <a:prstGeom prst="rect">
            <a:avLst/>
          </a:prstGeom>
          <a:noFill/>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08080"/>
                </a:solidFill>
                <a:effectLst/>
                <a:uLnTx/>
                <a:uFillTx/>
                <a:latin typeface="Tahoma"/>
                <a:ea typeface="+mn-ea"/>
                <a:cs typeface="+mn-cs"/>
              </a:rPr>
              <a:t>11 AUGUST 2022</a:t>
            </a:r>
          </a:p>
        </p:txBody>
      </p:sp>
      <p:sp>
        <p:nvSpPr>
          <p:cNvPr id="12" name="TextBox 11">
            <a:extLst>
              <a:ext uri="{FF2B5EF4-FFF2-40B4-BE49-F238E27FC236}">
                <a16:creationId xmlns:a16="http://schemas.microsoft.com/office/drawing/2014/main" id="{D93A277C-0113-41AA-BBC2-139B0DEC9F32}"/>
              </a:ext>
            </a:extLst>
          </p:cNvPr>
          <p:cNvSpPr txBox="1"/>
          <p:nvPr/>
        </p:nvSpPr>
        <p:spPr>
          <a:xfrm>
            <a:off x="3669939" y="3511949"/>
            <a:ext cx="1927589" cy="307777"/>
          </a:xfrm>
          <a:prstGeom prst="rect">
            <a:avLst/>
          </a:prstGeom>
          <a:noFill/>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08080"/>
                </a:solidFill>
                <a:effectLst/>
                <a:uLnTx/>
                <a:uFillTx/>
                <a:latin typeface="Tahoma"/>
                <a:ea typeface="+mn-ea"/>
                <a:cs typeface="+mn-cs"/>
              </a:rPr>
              <a:t>22 OCTOBER 2022</a:t>
            </a:r>
          </a:p>
        </p:txBody>
      </p:sp>
      <p:sp>
        <p:nvSpPr>
          <p:cNvPr id="14" name="TextBox 13">
            <a:extLst>
              <a:ext uri="{FF2B5EF4-FFF2-40B4-BE49-F238E27FC236}">
                <a16:creationId xmlns:a16="http://schemas.microsoft.com/office/drawing/2014/main" id="{C70936F1-47C3-44E6-A593-F0178DC6C93E}"/>
              </a:ext>
            </a:extLst>
          </p:cNvPr>
          <p:cNvSpPr txBox="1"/>
          <p:nvPr/>
        </p:nvSpPr>
        <p:spPr>
          <a:xfrm>
            <a:off x="6304703" y="3511949"/>
            <a:ext cx="2027726" cy="307777"/>
          </a:xfrm>
          <a:prstGeom prst="rect">
            <a:avLst/>
          </a:prstGeom>
          <a:noFill/>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08080"/>
                </a:solidFill>
                <a:effectLst/>
                <a:uLnTx/>
                <a:uFillTx/>
                <a:latin typeface="Tahoma"/>
                <a:ea typeface="+mn-ea"/>
                <a:cs typeface="+mn-cs"/>
              </a:rPr>
              <a:t>23 NOVEMBER 2022</a:t>
            </a:r>
          </a:p>
        </p:txBody>
      </p:sp>
      <p:sp>
        <p:nvSpPr>
          <p:cNvPr id="15" name="TextBox 14">
            <a:extLst>
              <a:ext uri="{FF2B5EF4-FFF2-40B4-BE49-F238E27FC236}">
                <a16:creationId xmlns:a16="http://schemas.microsoft.com/office/drawing/2014/main" id="{05986043-D561-4B14-95E2-4B7C1D5EB272}"/>
              </a:ext>
            </a:extLst>
          </p:cNvPr>
          <p:cNvSpPr txBox="1"/>
          <p:nvPr/>
        </p:nvSpPr>
        <p:spPr>
          <a:xfrm>
            <a:off x="9140699" y="3511949"/>
            <a:ext cx="2027726" cy="307777"/>
          </a:xfrm>
          <a:prstGeom prst="rect">
            <a:avLst/>
          </a:prstGeom>
          <a:noFill/>
        </p:spPr>
        <p:txBody>
          <a:bodyPr wrap="square"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808080"/>
                </a:solidFill>
                <a:effectLst/>
                <a:uLnTx/>
                <a:uFillTx/>
                <a:latin typeface="Tahoma"/>
                <a:ea typeface="+mn-ea"/>
                <a:cs typeface="+mn-cs"/>
              </a:rPr>
              <a:t>17 DECEMBER 2022</a:t>
            </a:r>
          </a:p>
        </p:txBody>
      </p:sp>
    </p:spTree>
    <p:extLst>
      <p:ext uri="{BB962C8B-B14F-4D97-AF65-F5344CB8AC3E}">
        <p14:creationId xmlns:p14="http://schemas.microsoft.com/office/powerpoint/2010/main" val="14283580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   Thank You </a:t>
            </a:r>
            <a:endParaRPr lang="en-GB" dirty="0"/>
          </a:p>
        </p:txBody>
      </p:sp>
    </p:spTree>
    <p:extLst>
      <p:ext uri="{BB962C8B-B14F-4D97-AF65-F5344CB8AC3E}">
        <p14:creationId xmlns:p14="http://schemas.microsoft.com/office/powerpoint/2010/main" val="3504643361"/>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Custom 49">
      <a:dk1>
        <a:sysClr val="windowText" lastClr="000000"/>
      </a:dk1>
      <a:lt1>
        <a:sysClr val="window" lastClr="FFFFFF"/>
      </a:lt1>
      <a:dk2>
        <a:srgbClr val="454D55"/>
      </a:dk2>
      <a:lt2>
        <a:srgbClr val="808080"/>
      </a:lt2>
      <a:accent1>
        <a:srgbClr val="8C6239"/>
      </a:accent1>
      <a:accent2>
        <a:srgbClr val="A67C52"/>
      </a:accent2>
      <a:accent3>
        <a:srgbClr val="C69C6D"/>
      </a:accent3>
      <a:accent4>
        <a:srgbClr val="E6E6E6"/>
      </a:accent4>
      <a:accent5>
        <a:srgbClr val="CCCCCC"/>
      </a:accent5>
      <a:accent6>
        <a:srgbClr val="70AD47"/>
      </a:accent6>
      <a:hlink>
        <a:srgbClr val="808080"/>
      </a:hlink>
      <a:folHlink>
        <a:srgbClr val="808080"/>
      </a:folHlink>
    </a:clrScheme>
    <a:fontScheme name="Custom 45">
      <a:majorFont>
        <a:latin typeface="Tahoma"/>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imeline from SmartArt_02_MO - v6" id="{4E881595-0A85-4363-8EC9-0A08C7E567C5}" vid="{C3EDB9E8-33D7-4F24-BD75-5BD41FB6ED1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619A6F42A0DD41A2D8CFAE571ACE65" ma:contentTypeVersion="5" ma:contentTypeDescription="Create a new document." ma:contentTypeScope="" ma:versionID="aac4533963dd0f071ad038454a3597f6">
  <xsd:schema xmlns:xsd="http://www.w3.org/2001/XMLSchema" xmlns:xs="http://www.w3.org/2001/XMLSchema" xmlns:p="http://schemas.microsoft.com/office/2006/metadata/properties" xmlns:ns2="2401fb77-6da1-408c-bbb8-79ea3715afab" targetNamespace="http://schemas.microsoft.com/office/2006/metadata/properties" ma:root="true" ma:fieldsID="42a92f8a305d3889f18a9491bdff41a6" ns2:_="">
    <xsd:import namespace="2401fb77-6da1-408c-bbb8-79ea3715afab"/>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01fb77-6da1-408c-bbb8-79ea3715afa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2401fb77-6da1-408c-bbb8-79ea3715afab" xsi:nil="true"/>
    <ReferenceId xmlns="2401fb77-6da1-408c-bbb8-79ea3715afab" xsi:nil="true"/>
  </documentManagement>
</p:properties>
</file>

<file path=customXml/itemProps1.xml><?xml version="1.0" encoding="utf-8"?>
<ds:datastoreItem xmlns:ds="http://schemas.openxmlformats.org/officeDocument/2006/customXml" ds:itemID="{DB422360-53E5-4029-A9B8-8ABC267452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401fb77-6da1-408c-bbb8-79ea3715af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16c05727-aa75-4e4a-9b5f-8a80a1165891"/>
    <ds:schemaRef ds:uri="http://purl.org/dc/dcmitype/"/>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71af3243-3dd4-4a8d-8c0d-dd76da1f02a5"/>
    <ds:schemaRef ds:uri="http://schemas.microsoft.com/office/2006/metadata/properties"/>
    <ds:schemaRef ds:uri="http://www.w3.org/XML/1998/namespace"/>
    <ds:schemaRef ds:uri="http://purl.org/dc/elements/1.1/"/>
    <ds:schemaRef ds:uri="2401fb77-6da1-408c-bbb8-79ea3715afab"/>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759</TotalTime>
  <Words>1635</Words>
  <Application>Microsoft Office PowerPoint</Application>
  <PresentationFormat>Widescreen</PresentationFormat>
  <Paragraphs>396</Paragraphs>
  <Slides>53</Slides>
  <Notes>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53</vt:i4>
      </vt:variant>
    </vt:vector>
  </HeadingPairs>
  <TitlesOfParts>
    <vt:vector size="66" baseType="lpstr">
      <vt:lpstr>Arial</vt:lpstr>
      <vt:lpstr>Calibri</vt:lpstr>
      <vt:lpstr>Calibri Light</vt:lpstr>
      <vt:lpstr>EB Garamond</vt:lpstr>
      <vt:lpstr>Roboto</vt:lpstr>
      <vt:lpstr>Tahoma</vt:lpstr>
      <vt:lpstr>Times New Roman</vt:lpstr>
      <vt:lpstr>Trade Gothic LT Pro</vt:lpstr>
      <vt:lpstr>Trebuchet MS</vt:lpstr>
      <vt:lpstr>Wingdings</vt:lpstr>
      <vt:lpstr>Office Theme</vt:lpstr>
      <vt:lpstr>1_Office Theme</vt:lpstr>
      <vt:lpstr>2_Office Theme</vt:lpstr>
      <vt:lpstr>Designing Movies Recommendation webpage using Flask Framework and Machine Learning</vt:lpstr>
      <vt:lpstr>INDEX</vt:lpstr>
      <vt:lpstr>INTRODUCTION……………………………………………………………………………….4 MOTIVATION…………………………………………………………………………………….6 OBJECTIVE……………………………………………………………………………….………8 LITERATURE SURVEY………………………………………………………………………10 PROJECT SCOPE……………………………………………………………………….……17 GENERAL TASK INVOLVED………………………………………………………………19 REQUIREMENTS……………………………………………………………………………….21 ARCHITECTURE DIAGRAM……………………………………………………………….24 HYPOTHESIS…………………………………………………………………………………….26 UML DIAGRAMS…………………………………………………………………………………28 FRONT END……………………………………………………………………………………….33 MACHINE LEARNING MODEL…………………………………………………………….36 RESULTS…………………………………………………………………………………………….41 CONCLUSION……………………………………………………………………………………..45 FUTURE SCOPE………………………………………………………………………………….47 REFERENCES……………………………………………………………………………………….49 TIME LINE……………………………………………………………………………………………51</vt:lpstr>
      <vt:lpstr>INTRODUCTION</vt:lpstr>
      <vt:lpstr>          Movies has been part of everyone life now a days getting favorite movies has been a task. Movies similar to their liked movies might be their favorite ones.         This approach is useful now a days as there are lots of movies out there to watch and often confuse what to watch. </vt:lpstr>
      <vt:lpstr>MOTIVATION</vt:lpstr>
      <vt:lpstr>   Watching movies is everyday routine in many people life. But getting movies based on their interst has been a difficult task.</vt:lpstr>
      <vt:lpstr> OBJECTIVE</vt:lpstr>
      <vt:lpstr>          To create a website which recommends users films based on the user interest using Machine Learning Algorithm. </vt:lpstr>
      <vt:lpstr>LITERATURE SURVEY</vt:lpstr>
      <vt:lpstr>PowerPoint Presentation</vt:lpstr>
      <vt:lpstr>PowerPoint Presentation</vt:lpstr>
      <vt:lpstr>PowerPoint Presentation</vt:lpstr>
      <vt:lpstr>PowerPoint Presentation</vt:lpstr>
      <vt:lpstr>PowerPoint Presentation</vt:lpstr>
      <vt:lpstr>PowerPoint Presentation</vt:lpstr>
      <vt:lpstr>PROJECT SCOPE</vt:lpstr>
      <vt:lpstr>  Time saving:              Many people have problems selecting their interested movie due to lack of time and due to search issues.              Also movie recommendations from friends can be time consuming. This website helps in saving lots of time.    Interest towards movies:             People like to watch movies. So there will be a lot of users for the website. Which increases the scope of the website. </vt:lpstr>
      <vt:lpstr>GENERAL TASK INVOLVED</vt:lpstr>
      <vt:lpstr>      1.User should select movie name and count which they liked on the webpage.    2.Movie name and count will be passed through API call to Machine Learning model   3.Machine Learning model will recommend the movies   4.That movies information will be displayed on  the web page</vt:lpstr>
      <vt:lpstr> REQUIREMENTS</vt:lpstr>
      <vt:lpstr>Technologies  Front end: HTML,CSS  Back end: PYTHON  Frame Work: FLASK  Editor: VISUAL STUDIO CODE </vt:lpstr>
      <vt:lpstr>PowerPoint Presentation</vt:lpstr>
      <vt:lpstr>ARCHITECTURE DIAGRAM</vt:lpstr>
      <vt:lpstr>PowerPoint Presentation</vt:lpstr>
      <vt:lpstr>HYPOTHESIS</vt:lpstr>
      <vt:lpstr>1. FULL WORKING MOVIE RECOMMENDATION WEBPAGE  2. COLLABORATIVE FILTERING BASED MACHINE                LEARNING MODEL  3. EASY TO USE USER INTERFACE   </vt:lpstr>
      <vt:lpstr>UML DIAGRAMS</vt:lpstr>
      <vt:lpstr>PowerPoint Presentation</vt:lpstr>
      <vt:lpstr>PowerPoint Presentation</vt:lpstr>
      <vt:lpstr>PowerPoint Presentation</vt:lpstr>
      <vt:lpstr>PowerPoint Presentation</vt:lpstr>
      <vt:lpstr>Front End</vt:lpstr>
      <vt:lpstr>Tags and Buttons used:-  Dropdown Text Box:-         For Entering the Movie Name  Text Box:-        For Entering the movie Count  BUTTON:-         For Getting movie details </vt:lpstr>
      <vt:lpstr>PowerPoint Presentation</vt:lpstr>
      <vt:lpstr>MACHINE LEARNING MODEL</vt:lpstr>
      <vt:lpstr>PowerPoint Presentation</vt:lpstr>
      <vt:lpstr>PowerPoint Presentation</vt:lpstr>
      <vt:lpstr>PowerPoint Presentation</vt:lpstr>
      <vt:lpstr>PowerPoint Presentation</vt:lpstr>
      <vt:lpstr>  RESULTS</vt:lpstr>
      <vt:lpstr>PowerPoint Presentation</vt:lpstr>
      <vt:lpstr>PowerPoint Presentation</vt:lpstr>
      <vt:lpstr>PowerPoint Presentation</vt:lpstr>
      <vt:lpstr>  CONCLUSION</vt:lpstr>
      <vt:lpstr>           Users can use this website to get the movies names which are similar to their favourite movie.       It is easy to use interface  just need to select movie name and enter movie count and click filter button </vt:lpstr>
      <vt:lpstr>  FUTURE SCOPE</vt:lpstr>
      <vt:lpstr>    This model can be integrated to any movie streaming platforms like Hotstar , prime video to recommend films based on user watch history.      With increase in movie data and ratings the model will get more accurate.</vt:lpstr>
      <vt:lpstr>  REFERENCES</vt:lpstr>
      <vt:lpstr>PowerPoint Presentation</vt:lpstr>
      <vt:lpstr>PROJECT TIMELINE</vt:lpstr>
      <vt:lpstr>PowerPoint Presentation</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Movies Suggestions using AI expert system</dc:title>
  <dc:creator>Ravi Teja T</dc:creator>
  <cp:lastModifiedBy>Ravi Teja T</cp:lastModifiedBy>
  <cp:revision>24</cp:revision>
  <cp:lastPrinted>2021-06-05T09:26:03Z</cp:lastPrinted>
  <dcterms:created xsi:type="dcterms:W3CDTF">2021-06-03T16:34:29Z</dcterms:created>
  <dcterms:modified xsi:type="dcterms:W3CDTF">2022-12-17T10:24:11Z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0x01010032619A6F42A0DD41A2D8CFAE571ACE65</vt:lpwstr>
  </property>
</Properties>
</file>